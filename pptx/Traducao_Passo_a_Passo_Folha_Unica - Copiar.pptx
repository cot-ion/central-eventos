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revisionInfo.xml" ContentType="application/vnd.ms-powerpoint.revisioninfo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009D59-2619-B05D-913F-B17030EA39AA}" v="381" dt="2026-10-28T21:19:36.166"/>
    <p1510:client id="{B1E8798E-508D-1DB3-2A27-BB4297845728}" v="15" dt="2026-10-28T22:35:01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629D69-587E-4BFF-B2F6-AF05F7E2D983}" type="datetimeFigureOut">
              <a:t>28/10/2026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D0105B-4FCD-4FF1-9674-C49244E95A86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0708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5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MUX TRADUÇÃO ION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0424160" cy="6400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64008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649224"/>
            <a:ext cx="2743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800" b="1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Modelo:</a:t>
            </a:r>
            <a:br>
              <a:rPr lang="en-US" sz="800" b="1" dirty="0">
                <a:solidFill>
                  <a:srgbClr val="666666"/>
                </a:solidFill>
                <a:latin typeface="Calibri"/>
                <a:ea typeface="Calibri"/>
                <a:cs typeface="Calibri"/>
              </a:rPr>
            </a:br>
            <a:r>
              <a:rPr lang="en-US" sz="800" b="1">
                <a:solidFill>
                  <a:srgbClr val="666666"/>
                </a:solidFill>
                <a:ea typeface="Calibri"/>
                <a:cs typeface="Calibri"/>
              </a:rPr>
              <a:t>MUX TRADUÇÃO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566160" y="731520"/>
            <a:ext cx="237744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731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MUX TRADUÇÃO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5298" y="1188720"/>
            <a:ext cx="797170" cy="17025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9DC3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5298" y="1188720"/>
            <a:ext cx="797170" cy="175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F4E79"/>
                </a:solidFill>
                <a:ea typeface="Calibri"/>
                <a:cs typeface="Calibri"/>
              </a:rPr>
              <a:t>FONTE</a:t>
            </a:r>
            <a:endParaRPr lang="en-US" sz="1600" b="1" dirty="0">
              <a:solidFill>
                <a:srgbClr val="1F4E79"/>
              </a:solidFill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7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TRADUÇÃO</a:t>
            </a:r>
            <a:endParaRPr lang="en-US" sz="700">
              <a:solidFill>
                <a:srgbClr val="1F4E79"/>
              </a:solidFill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06431" y="1188720"/>
            <a:ext cx="800686" cy="1692813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9DC3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431" y="1188720"/>
            <a:ext cx="800686" cy="1692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 TRAD</a:t>
            </a:r>
            <a:endParaRPr lang="en-US" sz="14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87779" y="1188720"/>
            <a:ext cx="869463" cy="162442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9DC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7779" y="1188720"/>
            <a:ext cx="869462" cy="1624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MXCMTRAD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7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15292" y="1627632"/>
            <a:ext cx="658368" cy="219456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5292" y="1627632"/>
            <a:ext cx="658368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DO CTRL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891948" y="1737360"/>
            <a:ext cx="694944" cy="0"/>
          </a:xfrm>
          <a:prstGeom prst="line">
            <a:avLst/>
          </a:prstGeom>
          <a:noFill/>
          <a:ln w="15875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215292" y="2267712"/>
            <a:ext cx="658368" cy="219456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15292" y="2267712"/>
            <a:ext cx="658368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DIRETO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891948" y="2377440"/>
            <a:ext cx="694944" cy="0"/>
          </a:xfrm>
          <a:prstGeom prst="line">
            <a:avLst/>
          </a:prstGeom>
          <a:noFill/>
          <a:ln w="15875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460226" y="19679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469249" y="1399032"/>
            <a:ext cx="658368" cy="219456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9249" y="1399032"/>
            <a:ext cx="658368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/ A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145905" y="1508760"/>
            <a:ext cx="832104" cy="0"/>
          </a:xfrm>
          <a:prstGeom prst="line">
            <a:avLst/>
          </a:prstGeom>
          <a:noFill/>
          <a:ln w="15875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173337" y="135331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6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469249" y="1947672"/>
            <a:ext cx="658368" cy="219456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9249" y="1947672"/>
            <a:ext cx="658368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 – A05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145905" y="2057400"/>
            <a:ext cx="832104" cy="0"/>
          </a:xfrm>
          <a:prstGeom prst="line">
            <a:avLst/>
          </a:prstGeom>
          <a:noFill/>
          <a:ln w="15875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173337" y="190195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RET TRAD</a:t>
            </a:r>
            <a:endParaRPr lang="en-US" sz="600">
              <a:latin typeface="Calibri"/>
              <a:ea typeface="Calibri"/>
              <a:cs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469249" y="2496312"/>
            <a:ext cx="658368" cy="219456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69249" y="2496312"/>
            <a:ext cx="658368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145905" y="2606040"/>
            <a:ext cx="832104" cy="0"/>
          </a:xfrm>
          <a:prstGeom prst="line">
            <a:avLst/>
          </a:prstGeom>
          <a:noFill/>
          <a:ln w="15875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4173337" y="245059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6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LEVEL MAP MXCOM CH1</a:t>
            </a:r>
            <a:endParaRPr lang="en-US" sz="600">
              <a:latin typeface="Calibri"/>
              <a:ea typeface="Calibri"/>
              <a:cs typeface="Calibri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14400" y="3566160"/>
            <a:ext cx="237744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– POOL DE LOCUÇÃO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977640"/>
            <a:ext cx="91440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9DC3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977640"/>
            <a:ext cx="914400" cy="2240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</a:t>
            </a:r>
            <a:endParaRPr lang="en-US" sz="15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/ AUX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2971800" y="3977640"/>
            <a:ext cx="1143000" cy="22402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9DC3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71800" y="3977640"/>
            <a:ext cx="1143000" cy="2240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POOL CAB 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7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 TRADUÇÃO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280160" y="4416552"/>
            <a:ext cx="658368" cy="219456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80160" y="4416552"/>
            <a:ext cx="658368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/>
            <a:r>
              <a:rPr lang="en-US" sz="6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RET TRAD</a:t>
            </a:r>
            <a:endParaRPr lang="en-US" sz="650">
              <a:solidFill>
                <a:srgbClr val="333333"/>
              </a:solidFill>
              <a:ea typeface="Calibri"/>
              <a:cs typeface="Calibri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956816" y="4526280"/>
            <a:ext cx="1014984" cy="0"/>
          </a:xfrm>
          <a:prstGeom prst="line">
            <a:avLst/>
          </a:prstGeom>
          <a:noFill/>
          <a:ln w="15875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1984248" y="437083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LOC4MON1</a:t>
            </a:r>
            <a:endParaRPr lang="en-US" sz="600">
              <a:latin typeface="Calibri"/>
              <a:ea typeface="Calibri"/>
              <a:cs typeface="Calibri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280160" y="5056632"/>
            <a:ext cx="658368" cy="219456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80160" y="5056632"/>
            <a:ext cx="658368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/>
            <a:r>
              <a:rPr lang="en-US" sz="6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RED TRAD</a:t>
            </a:r>
          </a:p>
        </p:txBody>
      </p:sp>
      <p:sp>
        <p:nvSpPr>
          <p:cNvPr id="56" name="Shape 54"/>
          <p:cNvSpPr/>
          <p:nvPr/>
        </p:nvSpPr>
        <p:spPr>
          <a:xfrm>
            <a:off x="1956816" y="5166360"/>
            <a:ext cx="1014984" cy="0"/>
          </a:xfrm>
          <a:prstGeom prst="line">
            <a:avLst/>
          </a:prstGeom>
          <a:noFill/>
          <a:ln w="15875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1984248" y="501091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LOC4MON2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1280160" y="5696712"/>
            <a:ext cx="658368" cy="219456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280160" y="5696712"/>
            <a:ext cx="658368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/>
            <a:r>
              <a:rPr lang="en-US" sz="6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RET TRAD</a:t>
            </a:r>
            <a:endParaRPr lang="pt-BR"/>
          </a:p>
        </p:txBody>
      </p:sp>
      <p:sp>
        <p:nvSpPr>
          <p:cNvPr id="60" name="Shape 58"/>
          <p:cNvSpPr/>
          <p:nvPr/>
        </p:nvSpPr>
        <p:spPr>
          <a:xfrm>
            <a:off x="1956816" y="5806440"/>
            <a:ext cx="1014984" cy="0"/>
          </a:xfrm>
          <a:prstGeom prst="line">
            <a:avLst/>
          </a:prstGeom>
          <a:noFill/>
          <a:ln w="15875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1984248" y="565099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3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9144000" y="685800"/>
            <a:ext cx="29992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189720" y="713232"/>
            <a:ext cx="2907792" cy="1956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Passo: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– Selecionar TRADUÇÃO na matriz.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– Em RET TRAD, cortar o AUX do controle ou o sinal direto.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3º – Em MXCMTRAD, cortar o source RET TRAD.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4º – Level Map CH1 (A01) com o MXCOM disponível (ex.: MXCOM4).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5º – No MXCOM4, cortar RET TRAD.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6º – Entregar os sinais no POOL DE LOCUÇÃO.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7º – Pool de Loc: AUX da mesa sinalizado pelo DTV (LOC4MON2) e sinal direto (LOC4MON1).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7º – Dynam &gt; REMOTES/POOLCAB: POOL 4-1/4-2 ⇄ MXIP AUD04.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9144000" y="278892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189720" y="2816352"/>
            <a:ext cx="1371600" cy="813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MXCMTRAD – Levels: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/ A – RET TRAD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– MXCOM4 (Level Map CH1)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 a A05 – RET TRAD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10680192" y="278892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725912" y="2816352"/>
            <a:ext cx="1371600" cy="813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 Locução: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LOC4MON1 – SINAL DIRETO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LOC4MON2 – AUX MESA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SPORTV / AUX2CTC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9144000" y="3749040"/>
            <a:ext cx="299923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189720" y="3776472"/>
            <a:ext cx="2907792" cy="722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 POOL CAB 4: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1 – LOC 4 MON 1 (SINAL DIRETO)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2 – LOC 4 MON 2 (AUXILIAR CTRL)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3 – LOOP LOC 4 MON 2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9144000" y="4617720"/>
            <a:ext cx="299923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189720" y="4645152"/>
            <a:ext cx="2907792" cy="722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 – TRADUÇÃO: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POOL 4-1 / POOL 4-2 → MXIP AUD04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Retorno: MXIP AUD04 → POOL 4-1 / POOL 4-2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KG1 COT 5 / KG4 COT 5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9144000" y="5486400"/>
            <a:ext cx="29992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189720" y="5513832"/>
            <a:ext cx="2907792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esquecer de entregar os sinais no pool de locução.</a:t>
            </a:r>
            <a:endParaRPr lang="en-US" sz="850" dirty="0"/>
          </a:p>
        </p:txBody>
      </p:sp>
      <p:sp>
        <p:nvSpPr>
          <p:cNvPr id="99" name="Shape 10">
            <a:extLst>
              <a:ext uri="{FF2B5EF4-FFF2-40B4-BE49-F238E27FC236}">
                <a16:creationId xmlns:a16="http://schemas.microsoft.com/office/drawing/2014/main" id="{0F214796-ECE6-3C38-80BA-580826D1606A}"/>
              </a:ext>
            </a:extLst>
          </p:cNvPr>
          <p:cNvSpPr/>
          <p:nvPr/>
        </p:nvSpPr>
        <p:spPr>
          <a:xfrm>
            <a:off x="6394548" y="1198489"/>
            <a:ext cx="869463" cy="162442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9DC3E6"/>
            </a:solidFill>
            <a:prstDash val="solid"/>
          </a:ln>
        </p:spPr>
      </p:sp>
      <p:sp>
        <p:nvSpPr>
          <p:cNvPr id="100" name="Text 11">
            <a:extLst>
              <a:ext uri="{FF2B5EF4-FFF2-40B4-BE49-F238E27FC236}">
                <a16:creationId xmlns:a16="http://schemas.microsoft.com/office/drawing/2014/main" id="{7CE1A000-7C23-D248-5C9E-45862BBB6A4E}"/>
              </a:ext>
            </a:extLst>
          </p:cNvPr>
          <p:cNvSpPr/>
          <p:nvPr/>
        </p:nvSpPr>
        <p:spPr>
          <a:xfrm>
            <a:off x="6394548" y="1198489"/>
            <a:ext cx="869462" cy="1624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MUX TRAD</a:t>
            </a:r>
            <a:endParaRPr lang="en-US" sz="1200" b="1" dirty="0">
              <a:solidFill>
                <a:srgbClr val="1F4E79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7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SOURCE</a:t>
            </a:r>
            <a:endParaRPr lang="en-US" sz="700">
              <a:solidFill>
                <a:srgbClr val="1F4E79"/>
              </a:solidFill>
              <a:ea typeface="Calibri"/>
              <a:cs typeface="Calibri"/>
            </a:endParaRPr>
          </a:p>
        </p:txBody>
      </p:sp>
      <p:sp>
        <p:nvSpPr>
          <p:cNvPr id="106" name="Shape 10">
            <a:extLst>
              <a:ext uri="{FF2B5EF4-FFF2-40B4-BE49-F238E27FC236}">
                <a16:creationId xmlns:a16="http://schemas.microsoft.com/office/drawing/2014/main" id="{D45A2EF0-92BE-1D6F-7AE5-AB3AE678AC29}"/>
              </a:ext>
            </a:extLst>
          </p:cNvPr>
          <p:cNvSpPr/>
          <p:nvPr/>
        </p:nvSpPr>
        <p:spPr>
          <a:xfrm>
            <a:off x="8143240" y="1208258"/>
            <a:ext cx="869463" cy="162442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9DC3E6"/>
            </a:solidFill>
            <a:prstDash val="solid"/>
          </a:ln>
        </p:spPr>
      </p:sp>
      <p:sp>
        <p:nvSpPr>
          <p:cNvPr id="107" name="Text 11">
            <a:extLst>
              <a:ext uri="{FF2B5EF4-FFF2-40B4-BE49-F238E27FC236}">
                <a16:creationId xmlns:a16="http://schemas.microsoft.com/office/drawing/2014/main" id="{AE50DC92-A5C2-E32F-DC14-AFDD3AFF869D}"/>
              </a:ext>
            </a:extLst>
          </p:cNvPr>
          <p:cNvSpPr/>
          <p:nvPr/>
        </p:nvSpPr>
        <p:spPr>
          <a:xfrm>
            <a:off x="8143240" y="1208258"/>
            <a:ext cx="869462" cy="1624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PROC</a:t>
            </a:r>
            <a:endParaRPr lang="en-US" sz="1200" b="1" dirty="0">
              <a:solidFill>
                <a:srgbClr val="1F4E79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700" dirty="0">
              <a:solidFill>
                <a:srgbClr val="1F4E79"/>
              </a:solidFill>
              <a:ea typeface="Calibri"/>
              <a:cs typeface="Calibri"/>
            </a:endParaRPr>
          </a:p>
        </p:txBody>
      </p:sp>
      <p:sp>
        <p:nvSpPr>
          <p:cNvPr id="108" name="Shape 28">
            <a:extLst>
              <a:ext uri="{FF2B5EF4-FFF2-40B4-BE49-F238E27FC236}">
                <a16:creationId xmlns:a16="http://schemas.microsoft.com/office/drawing/2014/main" id="{3234BE17-6E66-89A8-8CB9-4A323B5EC340}"/>
              </a:ext>
            </a:extLst>
          </p:cNvPr>
          <p:cNvSpPr/>
          <p:nvPr/>
        </p:nvSpPr>
        <p:spPr>
          <a:xfrm>
            <a:off x="7281827" y="1979246"/>
            <a:ext cx="832104" cy="0"/>
          </a:xfrm>
          <a:prstGeom prst="line">
            <a:avLst/>
          </a:prstGeom>
          <a:noFill/>
          <a:ln w="15875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09" name="Igual a 108">
            <a:extLst>
              <a:ext uri="{FF2B5EF4-FFF2-40B4-BE49-F238E27FC236}">
                <a16:creationId xmlns:a16="http://schemas.microsoft.com/office/drawing/2014/main" id="{69152D79-2BAC-77AF-FEE3-4C702C8FF599}"/>
              </a:ext>
            </a:extLst>
          </p:cNvPr>
          <p:cNvSpPr/>
          <p:nvPr/>
        </p:nvSpPr>
        <p:spPr>
          <a:xfrm>
            <a:off x="5924235" y="1929495"/>
            <a:ext cx="424597" cy="219880"/>
          </a:xfrm>
          <a:prstGeom prst="mathEqual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60" name="Shape 60">
            <a:extLst>
              <a:ext uri="{FF2B5EF4-FFF2-40B4-BE49-F238E27FC236}">
                <a16:creationId xmlns:a16="http://schemas.microsoft.com/office/drawing/2014/main" id="{27DEE0C1-BFE5-32BA-3194-7DE353720A88}"/>
              </a:ext>
            </a:extLst>
          </p:cNvPr>
          <p:cNvSpPr/>
          <p:nvPr/>
        </p:nvSpPr>
        <p:spPr>
          <a:xfrm>
            <a:off x="5440680" y="3566160"/>
            <a:ext cx="274320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2" name="Text 61">
            <a:extLst>
              <a:ext uri="{FF2B5EF4-FFF2-40B4-BE49-F238E27FC236}">
                <a16:creationId xmlns:a16="http://schemas.microsoft.com/office/drawing/2014/main" id="{EAF7B324-9AA5-51CB-B913-585CE7C5D15D}"/>
              </a:ext>
            </a:extLst>
          </p:cNvPr>
          <p:cNvSpPr/>
          <p:nvPr/>
        </p:nvSpPr>
        <p:spPr>
          <a:xfrm>
            <a:off x="5475849" y="35622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ÁUDIO – DYNAM IFB (REMOTES/POOLCAB)</a:t>
            </a:r>
            <a:endParaRPr lang="en-US" sz="1000" dirty="0"/>
          </a:p>
        </p:txBody>
      </p:sp>
      <p:sp>
        <p:nvSpPr>
          <p:cNvPr id="264" name="Shape 62">
            <a:extLst>
              <a:ext uri="{FF2B5EF4-FFF2-40B4-BE49-F238E27FC236}">
                <a16:creationId xmlns:a16="http://schemas.microsoft.com/office/drawing/2014/main" id="{241515BB-E28E-BDA1-6BDB-C002AE088F64}"/>
              </a:ext>
            </a:extLst>
          </p:cNvPr>
          <p:cNvSpPr/>
          <p:nvPr/>
        </p:nvSpPr>
        <p:spPr>
          <a:xfrm>
            <a:off x="4754880" y="3977640"/>
            <a:ext cx="1965960" cy="22402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9DC3E6"/>
            </a:solidFill>
            <a:prstDash val="solid"/>
          </a:ln>
        </p:spPr>
      </p:sp>
      <p:sp>
        <p:nvSpPr>
          <p:cNvPr id="266" name="Shape 63">
            <a:extLst>
              <a:ext uri="{FF2B5EF4-FFF2-40B4-BE49-F238E27FC236}">
                <a16:creationId xmlns:a16="http://schemas.microsoft.com/office/drawing/2014/main" id="{56B5B572-6CC3-A3BE-A250-08501C4881B7}"/>
              </a:ext>
            </a:extLst>
          </p:cNvPr>
          <p:cNvSpPr/>
          <p:nvPr/>
        </p:nvSpPr>
        <p:spPr>
          <a:xfrm>
            <a:off x="5074920" y="4069080"/>
            <a:ext cx="1325880" cy="292608"/>
          </a:xfrm>
          <a:prstGeom prst="roundRect">
            <a:avLst>
              <a:gd name="adj" fmla="val 46875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268" name="Text 64">
            <a:extLst>
              <a:ext uri="{FF2B5EF4-FFF2-40B4-BE49-F238E27FC236}">
                <a16:creationId xmlns:a16="http://schemas.microsoft.com/office/drawing/2014/main" id="{C13FB71A-31E8-3DA3-ED62-E9C3A213C486}"/>
              </a:ext>
            </a:extLst>
          </p:cNvPr>
          <p:cNvSpPr/>
          <p:nvPr/>
        </p:nvSpPr>
        <p:spPr>
          <a:xfrm>
            <a:off x="5110089" y="40651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 TRAD</a:t>
            </a:r>
            <a:endParaRPr lang="en-US" sz="1200" dirty="0"/>
          </a:p>
        </p:txBody>
      </p:sp>
      <p:sp>
        <p:nvSpPr>
          <p:cNvPr id="276" name="Text 68">
            <a:extLst>
              <a:ext uri="{FF2B5EF4-FFF2-40B4-BE49-F238E27FC236}">
                <a16:creationId xmlns:a16="http://schemas.microsoft.com/office/drawing/2014/main" id="{CB77C4A8-A887-A442-8669-78653853533F}"/>
              </a:ext>
            </a:extLst>
          </p:cNvPr>
          <p:cNvSpPr/>
          <p:nvPr/>
        </p:nvSpPr>
        <p:spPr>
          <a:xfrm>
            <a:off x="4931117" y="477254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600" dirty="0"/>
          </a:p>
        </p:txBody>
      </p:sp>
      <p:sp>
        <p:nvSpPr>
          <p:cNvPr id="300" name="Text 80">
            <a:extLst>
              <a:ext uri="{FF2B5EF4-FFF2-40B4-BE49-F238E27FC236}">
                <a16:creationId xmlns:a16="http://schemas.microsoft.com/office/drawing/2014/main" id="{9A5D801E-9731-180A-D6E2-57BE5AFE7541}"/>
              </a:ext>
            </a:extLst>
          </p:cNvPr>
          <p:cNvSpPr/>
          <p:nvPr/>
        </p:nvSpPr>
        <p:spPr>
          <a:xfrm>
            <a:off x="4892040" y="5897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da tradução → cabine</a:t>
            </a:r>
            <a:endParaRPr lang="en-US" sz="650" dirty="0"/>
          </a:p>
        </p:txBody>
      </p:sp>
      <p:sp>
        <p:nvSpPr>
          <p:cNvPr id="302" name="Shape 81">
            <a:extLst>
              <a:ext uri="{FF2B5EF4-FFF2-40B4-BE49-F238E27FC236}">
                <a16:creationId xmlns:a16="http://schemas.microsoft.com/office/drawing/2014/main" id="{9BFD2BBD-F7CD-8B98-83B8-DB58330B18C5}"/>
              </a:ext>
            </a:extLst>
          </p:cNvPr>
          <p:cNvSpPr/>
          <p:nvPr/>
        </p:nvSpPr>
        <p:spPr>
          <a:xfrm>
            <a:off x="6949440" y="3977640"/>
            <a:ext cx="1965960" cy="22402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9DC3E6"/>
            </a:solidFill>
            <a:prstDash val="solid"/>
          </a:ln>
        </p:spPr>
      </p:sp>
      <p:sp>
        <p:nvSpPr>
          <p:cNvPr id="304" name="Shape 82">
            <a:extLst>
              <a:ext uri="{FF2B5EF4-FFF2-40B4-BE49-F238E27FC236}">
                <a16:creationId xmlns:a16="http://schemas.microsoft.com/office/drawing/2014/main" id="{B789368D-80B1-9B77-1AEB-9F89C5D6920E}"/>
              </a:ext>
            </a:extLst>
          </p:cNvPr>
          <p:cNvSpPr/>
          <p:nvPr/>
        </p:nvSpPr>
        <p:spPr>
          <a:xfrm>
            <a:off x="7269480" y="4069080"/>
            <a:ext cx="1325880" cy="292608"/>
          </a:xfrm>
          <a:prstGeom prst="roundRect">
            <a:avLst>
              <a:gd name="adj" fmla="val 46875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306" name="Text 83">
            <a:extLst>
              <a:ext uri="{FF2B5EF4-FFF2-40B4-BE49-F238E27FC236}">
                <a16:creationId xmlns:a16="http://schemas.microsoft.com/office/drawing/2014/main" id="{B2B09838-9A9B-8C26-FD6F-145A9084CDAF}"/>
              </a:ext>
            </a:extLst>
          </p:cNvPr>
          <p:cNvSpPr/>
          <p:nvPr/>
        </p:nvSpPr>
        <p:spPr>
          <a:xfrm>
            <a:off x="7304649" y="40651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TRAD</a:t>
            </a:r>
            <a:endParaRPr lang="en-US" sz="1200" dirty="0"/>
          </a:p>
        </p:txBody>
      </p:sp>
      <p:sp>
        <p:nvSpPr>
          <p:cNvPr id="308" name="Text 84">
            <a:extLst>
              <a:ext uri="{FF2B5EF4-FFF2-40B4-BE49-F238E27FC236}">
                <a16:creationId xmlns:a16="http://schemas.microsoft.com/office/drawing/2014/main" id="{E828E2B1-57BB-5714-D798-80DEA832A2F1}"/>
              </a:ext>
            </a:extLst>
          </p:cNvPr>
          <p:cNvSpPr/>
          <p:nvPr/>
        </p:nvSpPr>
        <p:spPr>
          <a:xfrm>
            <a:off x="7086600" y="44805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Level:</a:t>
            </a:r>
            <a:endParaRPr lang="en-US" sz="700" dirty="0"/>
          </a:p>
        </p:txBody>
      </p:sp>
      <p:sp>
        <p:nvSpPr>
          <p:cNvPr id="310" name="Shape 85">
            <a:extLst>
              <a:ext uri="{FF2B5EF4-FFF2-40B4-BE49-F238E27FC236}">
                <a16:creationId xmlns:a16="http://schemas.microsoft.com/office/drawing/2014/main" id="{F6A70E66-5D10-9229-95E2-487127516B02}"/>
              </a:ext>
            </a:extLst>
          </p:cNvPr>
          <p:cNvSpPr/>
          <p:nvPr/>
        </p:nvSpPr>
        <p:spPr>
          <a:xfrm>
            <a:off x="8138160" y="4471416"/>
            <a:ext cx="640080" cy="219456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2" name="Text 86">
            <a:extLst>
              <a:ext uri="{FF2B5EF4-FFF2-40B4-BE49-F238E27FC236}">
                <a16:creationId xmlns:a16="http://schemas.microsoft.com/office/drawing/2014/main" id="{C5D88D62-C776-C732-8F9D-5134A92D4D53}"/>
              </a:ext>
            </a:extLst>
          </p:cNvPr>
          <p:cNvSpPr/>
          <p:nvPr/>
        </p:nvSpPr>
        <p:spPr>
          <a:xfrm>
            <a:off x="8173329" y="4467508"/>
            <a:ext cx="640080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Cut</a:t>
            </a:r>
            <a:endParaRPr lang="en-US" sz="650" dirty="0"/>
          </a:p>
        </p:txBody>
      </p:sp>
      <p:sp>
        <p:nvSpPr>
          <p:cNvPr id="314" name="Text 87">
            <a:extLst>
              <a:ext uri="{FF2B5EF4-FFF2-40B4-BE49-F238E27FC236}">
                <a16:creationId xmlns:a16="http://schemas.microsoft.com/office/drawing/2014/main" id="{9BC0C507-A383-BE99-EA8C-CA6FA2E43AA6}"/>
              </a:ext>
            </a:extLst>
          </p:cNvPr>
          <p:cNvSpPr/>
          <p:nvPr/>
        </p:nvSpPr>
        <p:spPr>
          <a:xfrm>
            <a:off x="7135446" y="477254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600" dirty="0"/>
          </a:p>
        </p:txBody>
      </p:sp>
      <p:sp>
        <p:nvSpPr>
          <p:cNvPr id="316" name="Shape 88">
            <a:extLst>
              <a:ext uri="{FF2B5EF4-FFF2-40B4-BE49-F238E27FC236}">
                <a16:creationId xmlns:a16="http://schemas.microsoft.com/office/drawing/2014/main" id="{D0DE283C-32D4-A9F6-D900-D93379BB185C}"/>
              </a:ext>
            </a:extLst>
          </p:cNvPr>
          <p:cNvSpPr/>
          <p:nvPr/>
        </p:nvSpPr>
        <p:spPr>
          <a:xfrm>
            <a:off x="7086600" y="4937760"/>
            <a:ext cx="1143000" cy="256032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318" name="Text 89">
            <a:extLst>
              <a:ext uri="{FF2B5EF4-FFF2-40B4-BE49-F238E27FC236}">
                <a16:creationId xmlns:a16="http://schemas.microsoft.com/office/drawing/2014/main" id="{6E4AED73-2D34-510E-B53C-7579993475CC}"/>
              </a:ext>
            </a:extLst>
          </p:cNvPr>
          <p:cNvSpPr/>
          <p:nvPr/>
        </p:nvSpPr>
        <p:spPr>
          <a:xfrm>
            <a:off x="7121769" y="4933852"/>
            <a:ext cx="114300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4-1</a:t>
            </a:r>
            <a:endParaRPr lang="en-US" sz="750" dirty="0"/>
          </a:p>
        </p:txBody>
      </p:sp>
      <p:sp>
        <p:nvSpPr>
          <p:cNvPr id="320" name="Text 90">
            <a:extLst>
              <a:ext uri="{FF2B5EF4-FFF2-40B4-BE49-F238E27FC236}">
                <a16:creationId xmlns:a16="http://schemas.microsoft.com/office/drawing/2014/main" id="{CFA6ACDD-35FF-E81D-85D5-E4AF24B45BC2}"/>
              </a:ext>
            </a:extLst>
          </p:cNvPr>
          <p:cNvSpPr/>
          <p:nvPr/>
        </p:nvSpPr>
        <p:spPr>
          <a:xfrm>
            <a:off x="7518009" y="537667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600" dirty="0"/>
          </a:p>
        </p:txBody>
      </p:sp>
      <p:sp>
        <p:nvSpPr>
          <p:cNvPr id="322" name="Shape 91">
            <a:extLst>
              <a:ext uri="{FF2B5EF4-FFF2-40B4-BE49-F238E27FC236}">
                <a16:creationId xmlns:a16="http://schemas.microsoft.com/office/drawing/2014/main" id="{E99EEC0C-CCB8-0E6B-00C6-0674DDF318A5}"/>
              </a:ext>
            </a:extLst>
          </p:cNvPr>
          <p:cNvSpPr/>
          <p:nvPr/>
        </p:nvSpPr>
        <p:spPr>
          <a:xfrm>
            <a:off x="7726680" y="5532120"/>
            <a:ext cx="1051560" cy="256032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324" name="Text 92">
            <a:extLst>
              <a:ext uri="{FF2B5EF4-FFF2-40B4-BE49-F238E27FC236}">
                <a16:creationId xmlns:a16="http://schemas.microsoft.com/office/drawing/2014/main" id="{0EE1834A-BB2E-BA4C-E5E5-4D519ED5DDC8}"/>
              </a:ext>
            </a:extLst>
          </p:cNvPr>
          <p:cNvSpPr/>
          <p:nvPr/>
        </p:nvSpPr>
        <p:spPr>
          <a:xfrm>
            <a:off x="7761849" y="5528212"/>
            <a:ext cx="105156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/>
            <a:r>
              <a:rPr lang="en-US" sz="75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MX COM</a:t>
            </a:r>
            <a:endParaRPr lang="en-US" sz="750">
              <a:latin typeface="Calibri"/>
              <a:ea typeface="Calibri"/>
              <a:cs typeface="Calibri"/>
            </a:endParaRPr>
          </a:p>
        </p:txBody>
      </p:sp>
      <p:sp>
        <p:nvSpPr>
          <p:cNvPr id="326" name="Shape 93">
            <a:extLst>
              <a:ext uri="{FF2B5EF4-FFF2-40B4-BE49-F238E27FC236}">
                <a16:creationId xmlns:a16="http://schemas.microsoft.com/office/drawing/2014/main" id="{2D67D285-4E5F-CECD-7570-106805E17AD4}"/>
              </a:ext>
            </a:extLst>
          </p:cNvPr>
          <p:cNvSpPr/>
          <p:nvPr/>
        </p:nvSpPr>
        <p:spPr>
          <a:xfrm>
            <a:off x="8247888" y="5065776"/>
            <a:ext cx="0" cy="0"/>
          </a:xfrm>
          <a:prstGeom prst="line">
            <a:avLst/>
          </a:prstGeom>
          <a:noFill/>
          <a:ln w="15875">
            <a:solidFill>
              <a:srgbClr val="1F4E79"/>
            </a:solidFill>
            <a:prstDash val="solid"/>
          </a:ln>
        </p:spPr>
      </p:sp>
      <p:sp>
        <p:nvSpPr>
          <p:cNvPr id="328" name="Shape 94">
            <a:extLst>
              <a:ext uri="{FF2B5EF4-FFF2-40B4-BE49-F238E27FC236}">
                <a16:creationId xmlns:a16="http://schemas.microsoft.com/office/drawing/2014/main" id="{9A7B7371-354E-56D8-519A-C05767667653}"/>
              </a:ext>
            </a:extLst>
          </p:cNvPr>
          <p:cNvSpPr/>
          <p:nvPr/>
        </p:nvSpPr>
        <p:spPr>
          <a:xfrm>
            <a:off x="8211312" y="5065776"/>
            <a:ext cx="0" cy="448056"/>
          </a:xfrm>
          <a:prstGeom prst="line">
            <a:avLst/>
          </a:prstGeom>
          <a:noFill/>
          <a:ln w="15875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30" name="Shape 95">
            <a:extLst>
              <a:ext uri="{FF2B5EF4-FFF2-40B4-BE49-F238E27FC236}">
                <a16:creationId xmlns:a16="http://schemas.microsoft.com/office/drawing/2014/main" id="{B3B5FAB3-BBE1-54A2-50D4-3FDAD85D4602}"/>
              </a:ext>
            </a:extLst>
          </p:cNvPr>
          <p:cNvSpPr/>
          <p:nvPr/>
        </p:nvSpPr>
        <p:spPr>
          <a:xfrm>
            <a:off x="7086600" y="5550408"/>
            <a:ext cx="256032" cy="2011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2" name="Text 96">
            <a:extLst>
              <a:ext uri="{FF2B5EF4-FFF2-40B4-BE49-F238E27FC236}">
                <a16:creationId xmlns:a16="http://schemas.microsoft.com/office/drawing/2014/main" id="{C3565E8D-E81C-9385-FFB9-D190169D2E31}"/>
              </a:ext>
            </a:extLst>
          </p:cNvPr>
          <p:cNvSpPr/>
          <p:nvPr/>
        </p:nvSpPr>
        <p:spPr>
          <a:xfrm>
            <a:off x="7121769" y="5546500"/>
            <a:ext cx="256032" cy="2011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600" dirty="0"/>
          </a:p>
        </p:txBody>
      </p:sp>
      <p:sp>
        <p:nvSpPr>
          <p:cNvPr id="334" name="Shape 97">
            <a:extLst>
              <a:ext uri="{FF2B5EF4-FFF2-40B4-BE49-F238E27FC236}">
                <a16:creationId xmlns:a16="http://schemas.microsoft.com/office/drawing/2014/main" id="{538494D0-25E5-7589-926B-D4729454AEB7}"/>
              </a:ext>
            </a:extLst>
          </p:cNvPr>
          <p:cNvSpPr/>
          <p:nvPr/>
        </p:nvSpPr>
        <p:spPr>
          <a:xfrm>
            <a:off x="7388352" y="5550408"/>
            <a:ext cx="256032" cy="2011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6" name="Text 98">
            <a:extLst>
              <a:ext uri="{FF2B5EF4-FFF2-40B4-BE49-F238E27FC236}">
                <a16:creationId xmlns:a16="http://schemas.microsoft.com/office/drawing/2014/main" id="{756DB27D-85D1-45DE-2479-A3D65A791F19}"/>
              </a:ext>
            </a:extLst>
          </p:cNvPr>
          <p:cNvSpPr/>
          <p:nvPr/>
        </p:nvSpPr>
        <p:spPr>
          <a:xfrm>
            <a:off x="7423521" y="5546500"/>
            <a:ext cx="256032" cy="2011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600" dirty="0"/>
          </a:p>
        </p:txBody>
      </p:sp>
      <p:sp>
        <p:nvSpPr>
          <p:cNvPr id="338" name="Text 99">
            <a:extLst>
              <a:ext uri="{FF2B5EF4-FFF2-40B4-BE49-F238E27FC236}">
                <a16:creationId xmlns:a16="http://schemas.microsoft.com/office/drawing/2014/main" id="{62BD84A2-39E8-B910-99CD-71116DC1D567}"/>
              </a:ext>
            </a:extLst>
          </p:cNvPr>
          <p:cNvSpPr/>
          <p:nvPr/>
        </p:nvSpPr>
        <p:spPr>
          <a:xfrm>
            <a:off x="6969369" y="57415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do tradutor → MXIP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6C7CECC09CE94459A758C47B1689041" ma:contentTypeVersion="12" ma:contentTypeDescription="Crie um novo documento." ma:contentTypeScope="" ma:versionID="e9407b6a1e0c8ec56dcb9d31bc5aa7a0">
  <xsd:schema xmlns:xsd="http://www.w3.org/2001/XMLSchema" xmlns:xs="http://www.w3.org/2001/XMLSchema" xmlns:p="http://schemas.microsoft.com/office/2006/metadata/properties" xmlns:ns2="e3f567cd-5ca9-4bc3-a07b-68b9bd703e00" xmlns:ns3="f083fd70-7e03-45f5-9118-16840b6ebeb4" targetNamespace="http://schemas.microsoft.com/office/2006/metadata/properties" ma:root="true" ma:fieldsID="21b6dc096b16dc617bbb7ba87798d6e2" ns2:_="" ns3:_="">
    <xsd:import namespace="e3f567cd-5ca9-4bc3-a07b-68b9bd703e00"/>
    <xsd:import namespace="f083fd70-7e03-45f5-9118-16840b6ebe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f567cd-5ca9-4bc3-a07b-68b9bd703e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fce95d02-0283-4058-b157-1f44ea38b5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83fd70-7e03-45f5-9118-16840b6ebeb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846ded4-3ad7-4b4e-b1f1-5ab50ae5b9cb}" ma:internalName="TaxCatchAll" ma:showField="CatchAllData" ma:web="f083fd70-7e03-45f5-9118-16840b6ebe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f567cd-5ca9-4bc3-a07b-68b9bd703e00">
      <Terms xmlns="http://schemas.microsoft.com/office/infopath/2007/PartnerControls"/>
    </lcf76f155ced4ddcb4097134ff3c332f>
    <TaxCatchAll xmlns="f083fd70-7e03-45f5-9118-16840b6ebeb4" xsi:nil="true"/>
  </documentManagement>
</p:properties>
</file>

<file path=customXml/itemProps1.xml><?xml version="1.0" encoding="utf-8"?>
<ds:datastoreItem xmlns:ds="http://schemas.openxmlformats.org/officeDocument/2006/customXml" ds:itemID="{ED5D9190-BEED-4C2B-AEAE-057FEFFAB391}"/>
</file>

<file path=customXml/itemProps2.xml><?xml version="1.0" encoding="utf-8"?>
<ds:datastoreItem xmlns:ds="http://schemas.openxmlformats.org/officeDocument/2006/customXml" ds:itemID="{55287E2E-185A-4932-96E2-5C496E925D6C}"/>
</file>

<file path=customXml/itemProps3.xml><?xml version="1.0" encoding="utf-8"?>
<ds:datastoreItem xmlns:ds="http://schemas.openxmlformats.org/officeDocument/2006/customXml" ds:itemID="{CE745581-E6E4-49AD-8882-8DA26D25C8D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Office Theme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Horrana Netto</dc:creator>
  <cp:lastModifiedBy>Horrana Netto</cp:lastModifiedBy>
  <cp:revision>122</cp:revision>
  <dcterms:created xsi:type="dcterms:W3CDTF">2026-10-28T20:25:47Z</dcterms:created>
  <dcterms:modified xsi:type="dcterms:W3CDTF">2026-10-28T22:35:04Z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dc542d3-6316-42ad-9eaa-e82fa419e5f2_Enabled">
    <vt:lpwstr>true</vt:lpwstr>
  </property>
  <property fmtid="{D5CDD505-2E9C-101B-9397-08002B2CF9AE}" pid="3" name="MSIP_Label_3dc542d3-6316-42ad-9eaa-e82fa419e5f2_SetDate">
    <vt:lpwstr>2026-10-28T20:27:06Z</vt:lpwstr>
  </property>
  <property fmtid="{D5CDD505-2E9C-101B-9397-08002B2CF9AE}" pid="4" name="MSIP_Label_3dc542d3-6316-42ad-9eaa-e82fa419e5f2_Method">
    <vt:lpwstr>Standard</vt:lpwstr>
  </property>
  <property fmtid="{D5CDD505-2E9C-101B-9397-08002B2CF9AE}" pid="5" name="MSIP_Label_3dc542d3-6316-42ad-9eaa-e82fa419e5f2_Name">
    <vt:lpwstr>3dc542d3-6316-42ad-9eaa-e82fa419e5f2</vt:lpwstr>
  </property>
  <property fmtid="{D5CDD505-2E9C-101B-9397-08002B2CF9AE}" pid="6" name="MSIP_Label_3dc542d3-6316-42ad-9eaa-e82fa419e5f2_SiteId">
    <vt:lpwstr>a7cdc447-3b29-4b41-b73e-8a2cb54b06c6</vt:lpwstr>
  </property>
  <property fmtid="{D5CDD505-2E9C-101B-9397-08002B2CF9AE}" pid="7" name="MSIP_Label_3dc542d3-6316-42ad-9eaa-e82fa419e5f2_ActionId">
    <vt:lpwstr>1dbf31d6-1f04-40b7-b7bc-9b35b53f7471</vt:lpwstr>
  </property>
  <property fmtid="{D5CDD505-2E9C-101B-9397-08002B2CF9AE}" pid="8" name="MSIP_Label_3dc542d3-6316-42ad-9eaa-e82fa419e5f2_ContentBits">
    <vt:lpwstr>0</vt:lpwstr>
  </property>
  <property fmtid="{D5CDD505-2E9C-101B-9397-08002B2CF9AE}" pid="9" name="MSIP_Label_3dc542d3-6316-42ad-9eaa-e82fa419e5f2_Tag">
    <vt:lpwstr>10, 3, 0, 2</vt:lpwstr>
  </property>
  <property fmtid="{D5CDD505-2E9C-101B-9397-08002B2CF9AE}" pid="10" name="ContentTypeId">
    <vt:lpwstr>0x010100A6C7CECC09CE94459A758C47B1689041</vt:lpwstr>
  </property>
</Properties>
</file>