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315" r:id="rId5"/>
  </p:sldIdLst>
  <p:sldSz cx="12192000" cy="6858000"/>
  <p:notesSz cx="7104063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BFB413-6546-E7F3-F5C9-571B17D4C5C1}" name="Tamine Alves" initials="TV" userId="S::tamine.alves@g.globo::89c7a31c-3ebe-4151-81b3-5ab3f4638b0d" providerId="AD"/>
  <p188:author id="{4D276130-7746-DE57-8251-66BE56D5EED8}" name="Fabricio Vasconcellos" initials="" userId="S::fabricio.vasconcellos@g.globo::b1f0c3b4-587b-4e13-8cb8-1af839db855a" providerId="AD"/>
  <p188:author id="{115FEFD8-1C87-4266-A173-951BCF70DF75}" name="Antonio Santos Junior" initials="" userId="S::antonio.santos.junior@g.globo::1b8d3079-d262-4e08-b4bc-a280dccb7eb5" providerId="AD"/>
  <p188:author id="{406AE7E7-E3B4-E7B2-CC7E-9DA3D5E66C73}" name="Fernando Melo Vieira" initials="FM" userId="S::fmvieira@g.globo::d1162766-c1eb-4f3d-a7c9-5f82d976b67a" providerId="AD"/>
  <p188:author id="{E6F02EFC-C6EB-171B-8ABC-AB9EACFCDAEB}" name="Alexandre Fernandes Filho" initials="AF" userId="S::alexandre.fernandes.filho@g.globo::4a75e785-9e3e-4040-b198-a071c19da40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747474"/>
    <a:srgbClr val="E97132"/>
    <a:srgbClr val="7F7F7F"/>
    <a:srgbClr val="C00000"/>
    <a:srgbClr val="D86ECC"/>
    <a:srgbClr val="00B050"/>
    <a:srgbClr val="1649D4"/>
    <a:srgbClr val="163E64"/>
    <a:srgbClr val="E1DE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C5B037-76C2-2D2C-0D4B-142943E9A85D}" v="8" dt="2026-10-24T12:44:37.6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3FA07DA3-02E3-4DF7-8FD4-27E5988F6E32}" type="datetimeFigureOut">
              <a:rPr lang="pt-BR" smtClean="0"/>
              <a:t>24/10/2026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EF3913A2-0C10-4488-88B6-DAD4AC8849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8049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ACAA3-AF88-FDF0-870E-CBE8BFEED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4716537-70BD-3A66-F018-7F950F633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89D8A5C-4571-A1CD-9D37-51D634C2B3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Pontos e Sugestões:</a:t>
            </a:r>
            <a:br>
              <a:rPr lang="pt-BR"/>
            </a:br>
            <a:br>
              <a:rPr lang="pt-BR"/>
            </a:br>
            <a:r>
              <a:rPr lang="pt-BR"/>
              <a:t>- Receber câmera 2 via DR (CAM-1 SP) – entregar no controle?</a:t>
            </a:r>
            <a:br>
              <a:rPr lang="pt-BR"/>
            </a:br>
            <a:r>
              <a:rPr lang="pt-BR"/>
              <a:t>- </a:t>
            </a:r>
            <a:r>
              <a:rPr lang="pt-BR" err="1"/>
              <a:t>Partyline</a:t>
            </a:r>
            <a:r>
              <a:rPr lang="pt-BR"/>
              <a:t> +COORD – Qual a finalidade?</a:t>
            </a:r>
            <a:br>
              <a:rPr lang="pt-BR"/>
            </a:br>
            <a:br>
              <a:rPr lang="pt-BR"/>
            </a:br>
            <a:br>
              <a:rPr lang="pt-BR"/>
            </a:br>
            <a:r>
              <a:rPr lang="pt-BR"/>
              <a:t>- acrescentar câmera DR</a:t>
            </a:r>
            <a:br>
              <a:rPr lang="pt-BR"/>
            </a:br>
            <a:r>
              <a:rPr lang="pt-BR"/>
              <a:t>- </a:t>
            </a:r>
            <a:r>
              <a:rPr lang="pt-BR" err="1"/>
              <a:t>mix</a:t>
            </a:r>
            <a:r>
              <a:rPr lang="pt-BR"/>
              <a:t> </a:t>
            </a:r>
            <a:r>
              <a:rPr lang="pt-BR" err="1"/>
              <a:t>MICs</a:t>
            </a:r>
            <a:r>
              <a:rPr lang="pt-BR"/>
              <a:t> comentas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9391E44-1429-4C08-0BE3-62725FB6C6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913A2-0C10-4488-88B6-DAD4AC88493F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7252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5E628C-1D7C-AD98-4EF7-1D45572D30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C7D29E-6A9A-8DA9-38A6-0C78CDF561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27E159-74C3-EBCD-6535-6FE85DE70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455C0-73FE-4596-9088-4F3730CF70EA}" type="datetimeFigureOut">
              <a:rPr lang="pt-BR" smtClean="0"/>
              <a:t>24/10/2026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0743BE-0CFB-A588-93FA-963A63196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58577B-1A36-C93F-0A58-DF6B59B1B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BE7F-A5C0-4888-A628-DA29AD40A7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5081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306779-11F9-5D4A-B4C1-4A9C90840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84C501-19F1-5A8D-1DB7-6ACFB78B4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FB3E9E-08DA-7AA6-0444-46B415B67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455C0-73FE-4596-9088-4F3730CF70EA}" type="datetimeFigureOut">
              <a:rPr lang="pt-BR" smtClean="0"/>
              <a:t>24/10/2026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5B949F-CBE4-B855-F953-4F9AFBC3E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46420E-9ADD-9D03-0C5D-3514EAB9B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BE7F-A5C0-4888-A628-DA29AD40A7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217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D9D78B-EF42-6A05-2A66-AEA5E98D4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6ECEE07-8F1E-2919-14E4-EB0C96DA1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FF3576-A98B-1A48-EC62-77A417AE1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455C0-73FE-4596-9088-4F3730CF70EA}" type="datetimeFigureOut">
              <a:rPr lang="pt-BR" smtClean="0"/>
              <a:t>24/10/2026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92F74C-A0E5-108A-E8EA-31AA540D2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E30A78-D856-50E4-0F8D-1B7520695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BE7F-A5C0-4888-A628-DA29AD40A7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0189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5EAA62-98CB-2A53-A139-ACCCFD0BA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D2EB1E-4B91-6147-9816-9DCA4DBAAA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499947B-DB31-C73C-87EF-1CCC7F4A4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8850FCD-D862-EAA1-4C1F-8F7D8ED66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455C0-73FE-4596-9088-4F3730CF70EA}" type="datetimeFigureOut">
              <a:rPr lang="pt-BR" smtClean="0"/>
              <a:t>24/10/2026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F98F196-300B-334E-0E51-8A3132538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EFF19CF-6E4B-EADE-8238-63C2F3357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BE7F-A5C0-4888-A628-DA29AD40A7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9095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13FBB6-25F2-A327-5E7A-DE564CDDB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3B16E57-12A6-8778-4AA9-DEC9F8CCA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D79F62-3EA2-64DA-27F7-8920B7643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8B22770-DE56-7D25-E4EC-D9C43223EA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8E814C9-573A-64C2-6C60-EBD9B6DDEC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141074-0AB0-5144-C7E2-C46B67D4D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455C0-73FE-4596-9088-4F3730CF70EA}" type="datetimeFigureOut">
              <a:rPr lang="pt-BR" smtClean="0"/>
              <a:t>24/10/2026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925BCBE-102C-4CA0-2A12-1249FAF22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02609C8-6AE7-6483-E3F0-C6C349CF2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BE7F-A5C0-4888-A628-DA29AD40A7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38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A6AB8D-A257-7636-C906-20DDF7304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32E5BD0-D172-98CB-39DE-4737ED3B0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455C0-73FE-4596-9088-4F3730CF70EA}" type="datetimeFigureOut">
              <a:rPr lang="pt-BR" smtClean="0"/>
              <a:t>24/10/2026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B0BF5D8-3A47-0224-A248-C94B88EA1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F6DF45F-BDBC-7427-505E-96AD5B144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BE7F-A5C0-4888-A628-DA29AD40A7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5158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59E1BEE-86D4-5E9F-0720-1AF1FBBEF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455C0-73FE-4596-9088-4F3730CF70EA}" type="datetimeFigureOut">
              <a:rPr lang="pt-BR" smtClean="0"/>
              <a:t>24/10/2026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4F8AF33-34C0-CA92-90A2-65BEC21B3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A4A324B-FEDE-F07F-B80F-1B1181F40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BE7F-A5C0-4888-A628-DA29AD40A7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1348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B29DFF-A96E-4338-CA55-2BBE9C8C6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54BF34-493F-A22F-34EC-35ADE28E6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742B25B-8D03-DBF6-D88F-DABEBCB11B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74392D-D288-111B-DC9E-C0DDF1E01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455C0-73FE-4596-9088-4F3730CF70EA}" type="datetimeFigureOut">
              <a:rPr lang="pt-BR" smtClean="0"/>
              <a:t>24/10/2026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90359C5-F3E3-4309-2304-3F33EF428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88EE537-394A-CA4B-95A4-B03985523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BE7F-A5C0-4888-A628-DA29AD40A7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2621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EB3D98-E435-7E66-B8F0-7274F6C79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156BD53-2E03-343B-4508-3BDFF5EAA5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6B6E235-9676-750E-DB5B-4CE276F18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923AB44-72A1-79B3-7AF3-E3A0A896C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455C0-73FE-4596-9088-4F3730CF70EA}" type="datetimeFigureOut">
              <a:rPr lang="pt-BR" smtClean="0"/>
              <a:t>24/10/2026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B9A2756-54EF-AE7A-F3F0-7E6AFDE34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F91C835-74A1-2FE4-D0FD-CEC854EEB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BE7F-A5C0-4888-A628-DA29AD40A7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9028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300E8B-3364-04A1-5D4D-47EF5B4D8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506BCE9-1045-D252-B7C5-ADEB5BBF44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020331-2F9D-246F-102C-DB5D4CC73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455C0-73FE-4596-9088-4F3730CF70EA}" type="datetimeFigureOut">
              <a:rPr lang="pt-BR" smtClean="0"/>
              <a:t>24/10/2026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071D2A-A5C3-2984-4599-19F35F5C9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54480D-763C-5AB1-D76A-672DFCDE8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BE7F-A5C0-4888-A628-DA29AD40A7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7525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69A0C29-2430-C70C-7FC4-D658E7BED3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5FE7773-F23A-1D8E-115D-E7A896B19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A726E9-5A7B-22E3-5CB6-356D8A6BB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455C0-73FE-4596-9088-4F3730CF70EA}" type="datetimeFigureOut">
              <a:rPr lang="pt-BR" smtClean="0"/>
              <a:t>24/10/2026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793A06-8B64-2A33-385C-BB4AFA32A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749EFB-A9D9-7391-112B-6BDD1AA18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D5BE7F-A5C0-4888-A628-DA29AD40A7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0368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32699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0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00800"/>
            <a:ext cx="12192000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1111" name="Text 19"/>
          <p:cNvSpPr txBox="1">
            <a:spLocks noGrp="1"/>
          </p:cNvSpPr>
          <p:nvPr>
            <p:ph type="body" sz="quarter" idx="21"/>
          </p:nvPr>
        </p:nvSpPr>
        <p:spPr>
          <a:xfrm>
            <a:off x="4679950" y="6598742"/>
            <a:ext cx="2863850" cy="13664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ts val="1067"/>
              </a:lnSpc>
              <a:buSzTx/>
              <a:buFontTx/>
              <a:buNone/>
              <a:defRPr sz="867"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12" name="Text 20"/>
          <p:cNvSpPr txBox="1">
            <a:spLocks noGrp="1"/>
          </p:cNvSpPr>
          <p:nvPr>
            <p:ph type="body" sz="quarter" idx="22"/>
          </p:nvPr>
        </p:nvSpPr>
        <p:spPr>
          <a:xfrm>
            <a:off x="7677150" y="6598742"/>
            <a:ext cx="2534285" cy="13664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ts val="1067"/>
              </a:lnSpc>
              <a:buSzTx/>
              <a:buFontTx/>
              <a:buNone/>
              <a:defRPr sz="867"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13" name="Text 21"/>
          <p:cNvSpPr txBox="1">
            <a:spLocks noGrp="1"/>
          </p:cNvSpPr>
          <p:nvPr>
            <p:ph type="body" sz="quarter" idx="23"/>
          </p:nvPr>
        </p:nvSpPr>
        <p:spPr>
          <a:xfrm>
            <a:off x="10344784" y="6598742"/>
            <a:ext cx="837566" cy="41876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r">
              <a:lnSpc>
                <a:spcPts val="1067"/>
              </a:lnSpc>
              <a:buSzTx/>
              <a:buFontTx/>
              <a:buNone/>
              <a:defRPr sz="867"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14" name="Text 22"/>
          <p:cNvSpPr txBox="1">
            <a:spLocks noGrp="1"/>
          </p:cNvSpPr>
          <p:nvPr>
            <p:ph type="body" sz="quarter" idx="24"/>
          </p:nvPr>
        </p:nvSpPr>
        <p:spPr>
          <a:xfrm>
            <a:off x="11315700" y="6598742"/>
            <a:ext cx="685800" cy="55983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r">
              <a:lnSpc>
                <a:spcPts val="1067"/>
              </a:lnSpc>
              <a:buSzTx/>
              <a:buFontTx/>
              <a:buNone/>
              <a:defRPr sz="867"/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15" name="TeoriaDeAnimacao_Globo_2311.mp4"/>
          <p:cNvSpPr>
            <a:spLocks noGrp="1"/>
          </p:cNvSpPr>
          <p:nvPr>
            <p:ph type="media" idx="2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lIns="91439" rIns="91439"/>
          <a:lstStyle/>
          <a:p>
            <a:r>
              <a:rPr lang="pt-BR"/>
              <a:t>Clique no ícone para adicionar mídia</a:t>
            </a:r>
            <a:endParaRPr/>
          </a:p>
        </p:txBody>
      </p:sp>
      <p:sp>
        <p:nvSpPr>
          <p:cNvPr id="1116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11656907" y="318197"/>
            <a:ext cx="2844801" cy="1550547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13386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5494BDD-3BC2-85AE-48BF-5328EC379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708BBBD-3302-6AE9-16CA-11E53F5BB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B46ED0-58E3-B4E6-B304-0EC4FDFB4E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5455C0-73FE-4596-9088-4F3730CF70EA}" type="datetimeFigureOut">
              <a:rPr lang="pt-BR" smtClean="0"/>
              <a:t>24/10/2026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00B7C6-485B-626F-CF73-EB5C05EC0A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65B2E6-E8DB-D2B0-C8A8-1465B074D2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D5BE7F-A5C0-4888-A628-DA29AD40A71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724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78CE4-D916-BD09-BE69-8DA18CF7D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2E619DC-CAB3-F26B-D134-46DB00C91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F03856A1-CC75-6A24-3A6A-B0690D3AB566}"/>
              </a:ext>
            </a:extLst>
          </p:cNvPr>
          <p:cNvCxnSpPr>
            <a:cxnSpLocks/>
          </p:cNvCxnSpPr>
          <p:nvPr/>
        </p:nvCxnSpPr>
        <p:spPr>
          <a:xfrm>
            <a:off x="0" y="567678"/>
            <a:ext cx="10435771" cy="0"/>
          </a:xfrm>
          <a:prstGeom prst="line">
            <a:avLst/>
          </a:prstGeom>
          <a:ln w="698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0422A08A-EFDE-6C89-6001-341F17004A06}"/>
              </a:ext>
            </a:extLst>
          </p:cNvPr>
          <p:cNvSpPr/>
          <p:nvPr/>
        </p:nvSpPr>
        <p:spPr>
          <a:xfrm>
            <a:off x="72571" y="-32486"/>
            <a:ext cx="10011305" cy="5790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err="1">
                <a:solidFill>
                  <a:srgbClr val="000000"/>
                </a:solidFill>
                <a:latin typeface="Globotipo Corporativa" panose="020B0503020202020204" pitchFamily="34" charset="0"/>
              </a:rPr>
              <a:t>IONxSP</a:t>
            </a:r>
            <a:endParaRPr lang="pt-BR" sz="2400">
              <a:solidFill>
                <a:srgbClr val="000000"/>
              </a:solidFill>
              <a:latin typeface="Globotipo Corporativa" panose="020B050302020202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B3AAC73-7AF3-A476-CC84-97045673E476}"/>
              </a:ext>
            </a:extLst>
          </p:cNvPr>
          <p:cNvSpPr/>
          <p:nvPr/>
        </p:nvSpPr>
        <p:spPr>
          <a:xfrm>
            <a:off x="0" y="6515100"/>
            <a:ext cx="12190476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Logotipo, Ícone&#10;&#10;O conteúdo gerado por IA pode estar incorreto.">
            <a:extLst>
              <a:ext uri="{FF2B5EF4-FFF2-40B4-BE49-F238E27FC236}">
                <a16:creationId xmlns:a16="http://schemas.microsoft.com/office/drawing/2014/main" id="{764FE236-A204-B9C7-29C8-4291D938C9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62975"/>
            <a:ext cx="858542" cy="247149"/>
          </a:xfrm>
          <a:prstGeom prst="rect">
            <a:avLst/>
          </a:prstGeom>
        </p:spPr>
      </p:pic>
      <p:grpSp>
        <p:nvGrpSpPr>
          <p:cNvPr id="94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278771" y="912891"/>
            <a:ext cx="1121475" cy="642592"/>
            <a:chOff x="4082569" y="592383"/>
            <a:chExt cx="1121475" cy="706851"/>
          </a:xfrm>
        </p:grpSpPr>
        <p:grpSp>
          <p:nvGrpSpPr>
            <p:cNvPr id="96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4082569" y="592383"/>
              <a:ext cx="1121475" cy="184487"/>
              <a:chOff x="4082569" y="592383"/>
              <a:chExt cx="1121475" cy="184487"/>
            </a:xfrm>
          </p:grpSpPr>
          <p:sp>
            <p:nvSpPr>
              <p:cNvPr id="117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8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20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4238473" y="592383"/>
                <a:ext cx="965571" cy="184487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Estúdio:  6 SP</a:t>
                </a:r>
              </a:p>
            </p:txBody>
          </p:sp>
        </p:grpSp>
        <p:grpSp>
          <p:nvGrpSpPr>
            <p:cNvPr id="97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737431"/>
              <a:ext cx="1121475" cy="165241"/>
              <a:chOff x="4082569" y="592383"/>
              <a:chExt cx="1121475" cy="165241"/>
            </a:xfrm>
          </p:grpSpPr>
          <p:sp>
            <p:nvSpPr>
              <p:cNvPr id="113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4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6" name="Retângulo: Cantos Arredondados 87">
                <a:extLst>
                  <a:ext uri="{FF2B5EF4-FFF2-40B4-BE49-F238E27FC236}">
                    <a16:creationId xmlns:a16="http://schemas.microsoft.com/office/drawing/2014/main" id="{BE3DE2E5-4A80-24DC-DB06-41AB060B8C30}"/>
                  </a:ext>
                </a:extLst>
              </p:cNvPr>
              <p:cNvSpPr/>
              <p:nvPr/>
            </p:nvSpPr>
            <p:spPr>
              <a:xfrm>
                <a:off x="4238474" y="592383"/>
                <a:ext cx="965570" cy="165241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 b="1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Controle:  ION</a:t>
                </a:r>
              </a:p>
            </p:txBody>
          </p:sp>
        </p:grpSp>
        <p:grpSp>
          <p:nvGrpSpPr>
            <p:cNvPr id="98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09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10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99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05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6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0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01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02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95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29627" y="645737"/>
            <a:ext cx="1370620" cy="722731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Modelo: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1770939" y="2126647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3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1770937" y="181438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2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1770936" y="1502127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1</a:t>
            </a:r>
          </a:p>
        </p:txBody>
      </p:sp>
      <p:sp>
        <p:nvSpPr>
          <p:cNvPr id="121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795865" y="1484468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SP </a:t>
            </a:r>
          </a:p>
        </p:txBody>
      </p:sp>
      <p:cxnSp>
        <p:nvCxnSpPr>
          <p:cNvPr id="155" name="Conector de seta reta 154"/>
          <p:cNvCxnSpPr>
            <a:stCxn id="24" idx="3"/>
          </p:cNvCxnSpPr>
          <p:nvPr/>
        </p:nvCxnSpPr>
        <p:spPr>
          <a:xfrm>
            <a:off x="2424971" y="160870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de seta reta 157"/>
          <p:cNvCxnSpPr>
            <a:stCxn id="18" idx="3"/>
          </p:cNvCxnSpPr>
          <p:nvPr/>
        </p:nvCxnSpPr>
        <p:spPr>
          <a:xfrm>
            <a:off x="2424972" y="192096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ector de seta reta 159"/>
          <p:cNvCxnSpPr>
            <a:stCxn id="15" idx="3"/>
          </p:cNvCxnSpPr>
          <p:nvPr/>
        </p:nvCxnSpPr>
        <p:spPr>
          <a:xfrm flipV="1">
            <a:off x="2424973" y="2233163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3850815" y="3230581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COM CTL</a:t>
            </a:r>
          </a:p>
        </p:txBody>
      </p:sp>
      <p:sp>
        <p:nvSpPr>
          <p:cNvPr id="165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3850814" y="291832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AUX TELÃO</a:t>
            </a:r>
          </a:p>
        </p:txBody>
      </p:sp>
      <p:sp>
        <p:nvSpPr>
          <p:cNvPr id="166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3850812" y="260606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TIT</a:t>
            </a:r>
          </a:p>
        </p:txBody>
      </p:sp>
      <p:cxnSp>
        <p:nvCxnSpPr>
          <p:cNvPr id="174" name="Conector de seta reta 173"/>
          <p:cNvCxnSpPr/>
          <p:nvPr/>
        </p:nvCxnSpPr>
        <p:spPr>
          <a:xfrm flipH="1">
            <a:off x="1717212" y="2712637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ector de seta reta 177"/>
          <p:cNvCxnSpPr/>
          <p:nvPr/>
        </p:nvCxnSpPr>
        <p:spPr>
          <a:xfrm flipH="1" flipV="1">
            <a:off x="1717212" y="3013995"/>
            <a:ext cx="21240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ector de seta reta 181"/>
          <p:cNvCxnSpPr/>
          <p:nvPr/>
        </p:nvCxnSpPr>
        <p:spPr>
          <a:xfrm flipH="1" flipV="1">
            <a:off x="1717211" y="3316983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1770936" y="422478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MIC BY</a:t>
            </a:r>
            <a:endParaRPr lang="pt-BR" sz="500">
              <a:solidFill>
                <a:schemeClr val="tx1"/>
              </a:solidFill>
            </a:endParaRPr>
          </a:p>
        </p:txBody>
      </p:sp>
      <p:sp>
        <p:nvSpPr>
          <p:cNvPr id="259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795865" y="4207121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</a:t>
            </a:r>
            <a:b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SP </a:t>
            </a:r>
          </a:p>
        </p:txBody>
      </p:sp>
      <p:cxnSp>
        <p:nvCxnSpPr>
          <p:cNvPr id="261" name="Conector de seta reta 260"/>
          <p:cNvCxnSpPr>
            <a:stCxn id="258" idx="3"/>
          </p:cNvCxnSpPr>
          <p:nvPr/>
        </p:nvCxnSpPr>
        <p:spPr>
          <a:xfrm>
            <a:off x="2424971" y="4331356"/>
            <a:ext cx="212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3882577" y="5907783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269" name="Conector de seta reta 268"/>
          <p:cNvCxnSpPr>
            <a:stCxn id="264" idx="1"/>
            <a:endCxn id="259" idx="5"/>
          </p:cNvCxnSpPr>
          <p:nvPr/>
        </p:nvCxnSpPr>
        <p:spPr>
          <a:xfrm flipH="1">
            <a:off x="1703682" y="6014359"/>
            <a:ext cx="2178895" cy="4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CaixaDeTexto 272"/>
          <p:cNvSpPr txBox="1"/>
          <p:nvPr/>
        </p:nvSpPr>
        <p:spPr>
          <a:xfrm>
            <a:off x="5042835" y="3785698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AUDIO</a:t>
            </a:r>
          </a:p>
        </p:txBody>
      </p:sp>
      <p:sp>
        <p:nvSpPr>
          <p:cNvPr id="282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7657551" y="1488519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283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10253875" y="1486655"/>
            <a:ext cx="912137" cy="2058927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EXIBE </a:t>
            </a:r>
          </a:p>
        </p:txBody>
      </p:sp>
      <p:sp>
        <p:nvSpPr>
          <p:cNvPr id="290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5579478" y="2132095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3</a:t>
            </a:r>
          </a:p>
        </p:txBody>
      </p:sp>
      <p:sp>
        <p:nvSpPr>
          <p:cNvPr id="291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5579476" y="1819835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2</a:t>
            </a:r>
          </a:p>
        </p:txBody>
      </p:sp>
      <p:sp>
        <p:nvSpPr>
          <p:cNvPr id="292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5579475" y="1507575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CAMERA 1</a:t>
            </a:r>
          </a:p>
        </p:txBody>
      </p:sp>
      <p:cxnSp>
        <p:nvCxnSpPr>
          <p:cNvPr id="293" name="Conector de seta reta 292"/>
          <p:cNvCxnSpPr/>
          <p:nvPr/>
        </p:nvCxnSpPr>
        <p:spPr>
          <a:xfrm>
            <a:off x="6265275" y="1614151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ector de seta reta 293"/>
          <p:cNvCxnSpPr/>
          <p:nvPr/>
        </p:nvCxnSpPr>
        <p:spPr>
          <a:xfrm>
            <a:off x="6283875" y="1926411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ector de seta reta 294"/>
          <p:cNvCxnSpPr/>
          <p:nvPr/>
        </p:nvCxnSpPr>
        <p:spPr>
          <a:xfrm flipV="1">
            <a:off x="6283676" y="2238611"/>
            <a:ext cx="1368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2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5579676" y="275349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BY</a:t>
            </a:r>
          </a:p>
        </p:txBody>
      </p:sp>
      <p:sp>
        <p:nvSpPr>
          <p:cNvPr id="303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5579675" y="2441230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DIRETO TIT</a:t>
            </a:r>
          </a:p>
        </p:txBody>
      </p:sp>
      <p:cxnSp>
        <p:nvCxnSpPr>
          <p:cNvPr id="304" name="Conector de seta reta 303"/>
          <p:cNvCxnSpPr/>
          <p:nvPr/>
        </p:nvCxnSpPr>
        <p:spPr>
          <a:xfrm>
            <a:off x="6283874" y="2547806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ector de seta reta 304"/>
          <p:cNvCxnSpPr/>
          <p:nvPr/>
        </p:nvCxnSpPr>
        <p:spPr>
          <a:xfrm>
            <a:off x="6283875" y="2860066"/>
            <a:ext cx="1368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6943507" y="3225445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AUX TELÃO</a:t>
            </a:r>
          </a:p>
        </p:txBody>
      </p:sp>
      <p:cxnSp>
        <p:nvCxnSpPr>
          <p:cNvPr id="308" name="Conector de seta reta 307"/>
          <p:cNvCxnSpPr/>
          <p:nvPr/>
        </p:nvCxnSpPr>
        <p:spPr>
          <a:xfrm flipH="1" flipV="1">
            <a:off x="5494005" y="3330553"/>
            <a:ext cx="1404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8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8617624" y="179914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PROD</a:t>
            </a:r>
          </a:p>
        </p:txBody>
      </p:sp>
      <p:sp>
        <p:nvSpPr>
          <p:cNvPr id="319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8617623" y="148688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COM</a:t>
            </a:r>
          </a:p>
        </p:txBody>
      </p:sp>
      <p:cxnSp>
        <p:nvCxnSpPr>
          <p:cNvPr id="320" name="Conector de seta reta 319"/>
          <p:cNvCxnSpPr>
            <a:stCxn id="319" idx="3"/>
          </p:cNvCxnSpPr>
          <p:nvPr/>
        </p:nvCxnSpPr>
        <p:spPr>
          <a:xfrm>
            <a:off x="9271659" y="159345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Conector de seta reta 320"/>
          <p:cNvCxnSpPr>
            <a:stCxn id="318" idx="3"/>
          </p:cNvCxnSpPr>
          <p:nvPr/>
        </p:nvCxnSpPr>
        <p:spPr>
          <a:xfrm>
            <a:off x="9271660" y="1905717"/>
            <a:ext cx="972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CaixaDeTexto 322"/>
          <p:cNvSpPr txBox="1"/>
          <p:nvPr/>
        </p:nvSpPr>
        <p:spPr>
          <a:xfrm>
            <a:off x="5045660" y="981085"/>
            <a:ext cx="924407" cy="2616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050"/>
              <a:t>VIDEO</a:t>
            </a:r>
          </a:p>
        </p:txBody>
      </p:sp>
      <p:sp>
        <p:nvSpPr>
          <p:cNvPr id="341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7681488" y="4217380"/>
            <a:ext cx="912137" cy="2057064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CTL ION </a:t>
            </a:r>
          </a:p>
        </p:txBody>
      </p:sp>
      <p:sp>
        <p:nvSpPr>
          <p:cNvPr id="342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5603415" y="4860956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+CAM SP</a:t>
            </a:r>
          </a:p>
        </p:txBody>
      </p:sp>
      <p:sp>
        <p:nvSpPr>
          <p:cNvPr id="343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5603413" y="454869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sp>
        <p:nvSpPr>
          <p:cNvPr id="344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5603412" y="4236436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MIC BY</a:t>
            </a:r>
          </a:p>
        </p:txBody>
      </p:sp>
      <p:cxnSp>
        <p:nvCxnSpPr>
          <p:cNvPr id="345" name="Conector de seta reta 344"/>
          <p:cNvCxnSpPr>
            <a:stCxn id="344" idx="3"/>
          </p:cNvCxnSpPr>
          <p:nvPr/>
        </p:nvCxnSpPr>
        <p:spPr>
          <a:xfrm>
            <a:off x="6257448" y="4343012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ector de seta reta 345"/>
          <p:cNvCxnSpPr>
            <a:stCxn id="343" idx="3"/>
          </p:cNvCxnSpPr>
          <p:nvPr/>
        </p:nvCxnSpPr>
        <p:spPr>
          <a:xfrm>
            <a:off x="6257449" y="4655272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ector de seta reta 346"/>
          <p:cNvCxnSpPr>
            <a:stCxn id="342" idx="3"/>
          </p:cNvCxnSpPr>
          <p:nvPr/>
        </p:nvCxnSpPr>
        <p:spPr>
          <a:xfrm flipV="1">
            <a:off x="6257450" y="4967472"/>
            <a:ext cx="140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9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5603612" y="517009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+ASS SP</a:t>
            </a:r>
          </a:p>
        </p:txBody>
      </p:sp>
      <p:cxnSp>
        <p:nvCxnSpPr>
          <p:cNvPr id="350" name="Conector de seta reta 349"/>
          <p:cNvCxnSpPr>
            <a:stCxn id="349" idx="3"/>
          </p:cNvCxnSpPr>
          <p:nvPr/>
        </p:nvCxnSpPr>
        <p:spPr>
          <a:xfrm>
            <a:off x="6257648" y="5276667"/>
            <a:ext cx="1404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2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6980359" y="5906388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MINUS</a:t>
            </a:r>
          </a:p>
        </p:txBody>
      </p:sp>
      <p:cxnSp>
        <p:nvCxnSpPr>
          <p:cNvPr id="353" name="Conector de seta reta 352"/>
          <p:cNvCxnSpPr/>
          <p:nvPr/>
        </p:nvCxnSpPr>
        <p:spPr>
          <a:xfrm flipH="1" flipV="1">
            <a:off x="5486400" y="6011496"/>
            <a:ext cx="1476000" cy="14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1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10524182" y="4207264"/>
            <a:ext cx="1528312" cy="631838"/>
            <a:chOff x="3802360" y="667396"/>
            <a:chExt cx="1528312" cy="631838"/>
          </a:xfrm>
        </p:grpSpPr>
        <p:grpSp>
          <p:nvGrpSpPr>
            <p:cNvPr id="363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384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5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7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COM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COM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COM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364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380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81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5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376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7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6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372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73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7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68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69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362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10574048" y="3850383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Comercializado:</a:t>
            </a:r>
          </a:p>
        </p:txBody>
      </p:sp>
      <p:grpSp>
        <p:nvGrpSpPr>
          <p:cNvPr id="391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10524182" y="5037956"/>
            <a:ext cx="1648544" cy="631838"/>
            <a:chOff x="3802360" y="667396"/>
            <a:chExt cx="1528312" cy="631838"/>
          </a:xfrm>
        </p:grpSpPr>
        <p:grpSp>
          <p:nvGrpSpPr>
            <p:cNvPr id="392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405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6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7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MIX SEM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MIX SEM FOGUETE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SEM FOGUETE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SEM FOGUETE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393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403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4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4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401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2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5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399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00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6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397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98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408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10574048" y="4655564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Produzido:</a:t>
            </a:r>
          </a:p>
        </p:txBody>
      </p:sp>
      <p:grpSp>
        <p:nvGrpSpPr>
          <p:cNvPr id="414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10527224" y="5907841"/>
            <a:ext cx="1669765" cy="1294706"/>
            <a:chOff x="3802360" y="667396"/>
            <a:chExt cx="1528312" cy="631838"/>
          </a:xfrm>
        </p:grpSpPr>
        <p:grpSp>
          <p:nvGrpSpPr>
            <p:cNvPr id="415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428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9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30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VOZ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AMBIENTE MONO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MIX SEM FOGUETE L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MIX SEM FOGUETE R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5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6 – AUX CENTRAL APITO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7 – AMBIENTE L 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8 – AMBIENTE R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416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426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7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7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424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5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8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422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3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9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420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1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431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10577091" y="5466812"/>
            <a:ext cx="1475403" cy="1314864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PGM Limpo:</a:t>
            </a: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  <a:p>
            <a:endParaRPr lang="pt-BR" sz="900" b="1">
              <a:solidFill>
                <a:srgbClr val="747474"/>
              </a:solidFill>
              <a:latin typeface="Globotipo Texto" panose="00000500000000000000" pitchFamily="50" charset="0"/>
              <a:cs typeface="JasmineUPC" panose="020B0502040204020203" pitchFamily="18" charset="-34"/>
            </a:endParaRPr>
          </a:p>
        </p:txBody>
      </p:sp>
      <p:sp>
        <p:nvSpPr>
          <p:cNvPr id="149" name="Retângulo: Cantos Arredondados 14">
            <a:extLst>
              <a:ext uri="{FF2B5EF4-FFF2-40B4-BE49-F238E27FC236}">
                <a16:creationId xmlns:a16="http://schemas.microsoft.com/office/drawing/2014/main" id="{18C36F09-5D0E-AA30-92D7-4771520388DF}"/>
              </a:ext>
            </a:extLst>
          </p:cNvPr>
          <p:cNvSpPr/>
          <p:nvPr/>
        </p:nvSpPr>
        <p:spPr>
          <a:xfrm>
            <a:off x="1779051" y="5132074"/>
            <a:ext cx="654035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+CAM SP</a:t>
            </a:r>
          </a:p>
        </p:txBody>
      </p:sp>
      <p:sp>
        <p:nvSpPr>
          <p:cNvPr id="150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1779049" y="4829642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+ASS SP</a:t>
            </a:r>
          </a:p>
        </p:txBody>
      </p:sp>
      <p:sp>
        <p:nvSpPr>
          <p:cNvPr id="151" name="Retângulo: Cantos Arredondados 23">
            <a:extLst>
              <a:ext uri="{FF2B5EF4-FFF2-40B4-BE49-F238E27FC236}">
                <a16:creationId xmlns:a16="http://schemas.microsoft.com/office/drawing/2014/main" id="{5225C5B9-7AB0-DDFF-ADB8-45572E97CB80}"/>
              </a:ext>
            </a:extLst>
          </p:cNvPr>
          <p:cNvSpPr/>
          <p:nvPr/>
        </p:nvSpPr>
        <p:spPr>
          <a:xfrm>
            <a:off x="1779048" y="452721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OVER</a:t>
            </a:r>
          </a:p>
        </p:txBody>
      </p:sp>
      <p:cxnSp>
        <p:nvCxnSpPr>
          <p:cNvPr id="152" name="Conector de seta reta 151"/>
          <p:cNvCxnSpPr/>
          <p:nvPr/>
        </p:nvCxnSpPr>
        <p:spPr>
          <a:xfrm flipV="1">
            <a:off x="2433084" y="4628521"/>
            <a:ext cx="212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ector de seta reta 152"/>
          <p:cNvCxnSpPr>
            <a:stCxn id="150" idx="3"/>
          </p:cNvCxnSpPr>
          <p:nvPr/>
        </p:nvCxnSpPr>
        <p:spPr>
          <a:xfrm flipV="1">
            <a:off x="2433085" y="4926390"/>
            <a:ext cx="2123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ector de seta reta 153"/>
          <p:cNvCxnSpPr>
            <a:stCxn id="149" idx="3"/>
          </p:cNvCxnSpPr>
          <p:nvPr/>
        </p:nvCxnSpPr>
        <p:spPr>
          <a:xfrm flipV="1">
            <a:off x="2433085" y="5238590"/>
            <a:ext cx="2124000" cy="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4574117" y="4201906"/>
            <a:ext cx="910800" cy="2053479"/>
          </a:xfrm>
          <a:custGeom>
            <a:avLst/>
            <a:gdLst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0 w 904024"/>
              <a:gd name="connsiteY8" fmla="*/ 92798 h 2688312"/>
              <a:gd name="connsiteX0" fmla="*/ 0 w 904024"/>
              <a:gd name="connsiteY0" fmla="*/ 92798 h 2688312"/>
              <a:gd name="connsiteX1" fmla="*/ 92798 w 904024"/>
              <a:gd name="connsiteY1" fmla="*/ 0 h 2688312"/>
              <a:gd name="connsiteX2" fmla="*/ 811226 w 904024"/>
              <a:gd name="connsiteY2" fmla="*/ 0 h 2688312"/>
              <a:gd name="connsiteX3" fmla="*/ 904024 w 904024"/>
              <a:gd name="connsiteY3" fmla="*/ 92798 h 2688312"/>
              <a:gd name="connsiteX4" fmla="*/ 904024 w 904024"/>
              <a:gd name="connsiteY4" fmla="*/ 2595514 h 2688312"/>
              <a:gd name="connsiteX5" fmla="*/ 811226 w 904024"/>
              <a:gd name="connsiteY5" fmla="*/ 2688312 h 2688312"/>
              <a:gd name="connsiteX6" fmla="*/ 92798 w 904024"/>
              <a:gd name="connsiteY6" fmla="*/ 2688312 h 2688312"/>
              <a:gd name="connsiteX7" fmla="*/ 0 w 904024"/>
              <a:gd name="connsiteY7" fmla="*/ 2595514 h 2688312"/>
              <a:gd name="connsiteX8" fmla="*/ 2043 w 904024"/>
              <a:gd name="connsiteY8" fmla="*/ 298659 h 2688312"/>
              <a:gd name="connsiteX9" fmla="*/ 0 w 904024"/>
              <a:gd name="connsiteY9" fmla="*/ 92798 h 2688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04024" h="2688312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lnTo>
                  <a:pt x="904024" y="2595514"/>
                </a:lnTo>
                <a:cubicBezTo>
                  <a:pt x="904024" y="2646765"/>
                  <a:pt x="862477" y="2688312"/>
                  <a:pt x="811226" y="2688312"/>
                </a:cubicBezTo>
                <a:lnTo>
                  <a:pt x="92798" y="2688312"/>
                </a:lnTo>
                <a:cubicBezTo>
                  <a:pt x="41547" y="2688312"/>
                  <a:pt x="0" y="2646765"/>
                  <a:pt x="0" y="2595514"/>
                </a:cubicBezTo>
                <a:lnTo>
                  <a:pt x="2043" y="298659"/>
                </a:ln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</a:t>
            </a:r>
          </a:p>
        </p:txBody>
      </p:sp>
      <p:sp>
        <p:nvSpPr>
          <p:cNvPr id="162" name="Retângulo: Cantos Arredondados 63">
            <a:extLst>
              <a:ext uri="{FF2B5EF4-FFF2-40B4-BE49-F238E27FC236}">
                <a16:creationId xmlns:a16="http://schemas.microsoft.com/office/drawing/2014/main" id="{07832187-53E0-B2FA-D43B-17E15FA2DA05}"/>
              </a:ext>
            </a:extLst>
          </p:cNvPr>
          <p:cNvSpPr/>
          <p:nvPr/>
        </p:nvSpPr>
        <p:spPr>
          <a:xfrm>
            <a:off x="4586766" y="1486363"/>
            <a:ext cx="912137" cy="2055666"/>
          </a:xfrm>
          <a:custGeom>
            <a:avLst/>
            <a:gdLst>
              <a:gd name="connsiteX0" fmla="*/ 0 w 904024"/>
              <a:gd name="connsiteY0" fmla="*/ 92798 h 2692686"/>
              <a:gd name="connsiteX1" fmla="*/ 92798 w 904024"/>
              <a:gd name="connsiteY1" fmla="*/ 0 h 2692686"/>
              <a:gd name="connsiteX2" fmla="*/ 811226 w 904024"/>
              <a:gd name="connsiteY2" fmla="*/ 0 h 2692686"/>
              <a:gd name="connsiteX3" fmla="*/ 904024 w 904024"/>
              <a:gd name="connsiteY3" fmla="*/ 92798 h 2692686"/>
              <a:gd name="connsiteX4" fmla="*/ 904024 w 904024"/>
              <a:gd name="connsiteY4" fmla="*/ 2599888 h 2692686"/>
              <a:gd name="connsiteX5" fmla="*/ 811226 w 904024"/>
              <a:gd name="connsiteY5" fmla="*/ 2692686 h 2692686"/>
              <a:gd name="connsiteX6" fmla="*/ 92798 w 904024"/>
              <a:gd name="connsiteY6" fmla="*/ 2692686 h 2692686"/>
              <a:gd name="connsiteX7" fmla="*/ 0 w 904024"/>
              <a:gd name="connsiteY7" fmla="*/ 2599888 h 2692686"/>
              <a:gd name="connsiteX8" fmla="*/ 0 w 904024"/>
              <a:gd name="connsiteY8" fmla="*/ 92798 h 2692686"/>
              <a:gd name="connsiteX0" fmla="*/ 0 w 907817"/>
              <a:gd name="connsiteY0" fmla="*/ 92798 h 2692686"/>
              <a:gd name="connsiteX1" fmla="*/ 92798 w 907817"/>
              <a:gd name="connsiteY1" fmla="*/ 0 h 2692686"/>
              <a:gd name="connsiteX2" fmla="*/ 811226 w 907817"/>
              <a:gd name="connsiteY2" fmla="*/ 0 h 2692686"/>
              <a:gd name="connsiteX3" fmla="*/ 904024 w 907817"/>
              <a:gd name="connsiteY3" fmla="*/ 92798 h 2692686"/>
              <a:gd name="connsiteX4" fmla="*/ 907817 w 907817"/>
              <a:gd name="connsiteY4" fmla="*/ 1883043 h 2692686"/>
              <a:gd name="connsiteX5" fmla="*/ 904024 w 907817"/>
              <a:gd name="connsiteY5" fmla="*/ 2599888 h 2692686"/>
              <a:gd name="connsiteX6" fmla="*/ 811226 w 907817"/>
              <a:gd name="connsiteY6" fmla="*/ 2692686 h 2692686"/>
              <a:gd name="connsiteX7" fmla="*/ 92798 w 907817"/>
              <a:gd name="connsiteY7" fmla="*/ 2692686 h 2692686"/>
              <a:gd name="connsiteX8" fmla="*/ 0 w 907817"/>
              <a:gd name="connsiteY8" fmla="*/ 2599888 h 2692686"/>
              <a:gd name="connsiteX9" fmla="*/ 0 w 907817"/>
              <a:gd name="connsiteY9" fmla="*/ 92798 h 2692686"/>
              <a:gd name="connsiteX0" fmla="*/ 0 w 912137"/>
              <a:gd name="connsiteY0" fmla="*/ 92798 h 2692686"/>
              <a:gd name="connsiteX1" fmla="*/ 92798 w 912137"/>
              <a:gd name="connsiteY1" fmla="*/ 0 h 2692686"/>
              <a:gd name="connsiteX2" fmla="*/ 811226 w 912137"/>
              <a:gd name="connsiteY2" fmla="*/ 0 h 2692686"/>
              <a:gd name="connsiteX3" fmla="*/ 904024 w 912137"/>
              <a:gd name="connsiteY3" fmla="*/ 92798 h 2692686"/>
              <a:gd name="connsiteX4" fmla="*/ 907817 w 912137"/>
              <a:gd name="connsiteY4" fmla="*/ 1883043 h 2692686"/>
              <a:gd name="connsiteX5" fmla="*/ 907817 w 912137"/>
              <a:gd name="connsiteY5" fmla="*/ 2373237 h 2692686"/>
              <a:gd name="connsiteX6" fmla="*/ 904024 w 912137"/>
              <a:gd name="connsiteY6" fmla="*/ 2599888 h 2692686"/>
              <a:gd name="connsiteX7" fmla="*/ 811226 w 912137"/>
              <a:gd name="connsiteY7" fmla="*/ 2692686 h 2692686"/>
              <a:gd name="connsiteX8" fmla="*/ 92798 w 912137"/>
              <a:gd name="connsiteY8" fmla="*/ 2692686 h 2692686"/>
              <a:gd name="connsiteX9" fmla="*/ 0 w 912137"/>
              <a:gd name="connsiteY9" fmla="*/ 2599888 h 2692686"/>
              <a:gd name="connsiteX10" fmla="*/ 0 w 912137"/>
              <a:gd name="connsiteY10" fmla="*/ 92798 h 269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2137" h="2692686">
                <a:moveTo>
                  <a:pt x="0" y="92798"/>
                </a:moveTo>
                <a:cubicBezTo>
                  <a:pt x="0" y="41547"/>
                  <a:pt x="41547" y="0"/>
                  <a:pt x="92798" y="0"/>
                </a:cubicBezTo>
                <a:lnTo>
                  <a:pt x="811226" y="0"/>
                </a:lnTo>
                <a:cubicBezTo>
                  <a:pt x="862477" y="0"/>
                  <a:pt x="904024" y="41547"/>
                  <a:pt x="904024" y="92798"/>
                </a:cubicBezTo>
                <a:cubicBezTo>
                  <a:pt x="905288" y="689546"/>
                  <a:pt x="906553" y="1286295"/>
                  <a:pt x="907817" y="1883043"/>
                </a:cubicBezTo>
                <a:cubicBezTo>
                  <a:pt x="908449" y="2263116"/>
                  <a:pt x="908449" y="2253763"/>
                  <a:pt x="907817" y="2373237"/>
                </a:cubicBezTo>
                <a:cubicBezTo>
                  <a:pt x="907185" y="2492711"/>
                  <a:pt x="920122" y="2546647"/>
                  <a:pt x="904024" y="2599888"/>
                </a:cubicBezTo>
                <a:cubicBezTo>
                  <a:pt x="904024" y="2651139"/>
                  <a:pt x="862477" y="2692686"/>
                  <a:pt x="811226" y="2692686"/>
                </a:cubicBezTo>
                <a:lnTo>
                  <a:pt x="92798" y="2692686"/>
                </a:lnTo>
                <a:cubicBezTo>
                  <a:pt x="41547" y="2692686"/>
                  <a:pt x="0" y="2651139"/>
                  <a:pt x="0" y="2599888"/>
                </a:cubicBezTo>
                <a:lnTo>
                  <a:pt x="0" y="92798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>
                <a:solidFill>
                  <a:schemeClr val="tx2">
                    <a:lumMod val="90000"/>
                    <a:lumOff val="10000"/>
                  </a:schemeClr>
                </a:solidFill>
              </a:rPr>
              <a:t>COT ION </a:t>
            </a:r>
          </a:p>
        </p:txBody>
      </p:sp>
      <p:sp>
        <p:nvSpPr>
          <p:cNvPr id="138" name="Retângulo: Cantos Arredondados 17">
            <a:extLst>
              <a:ext uri="{FF2B5EF4-FFF2-40B4-BE49-F238E27FC236}">
                <a16:creationId xmlns:a16="http://schemas.microsoft.com/office/drawing/2014/main" id="{4FB824F0-FA21-B47B-89FA-ACEF3608BD50}"/>
              </a:ext>
            </a:extLst>
          </p:cNvPr>
          <p:cNvSpPr/>
          <p:nvPr/>
        </p:nvSpPr>
        <p:spPr>
          <a:xfrm>
            <a:off x="8616479" y="2108631"/>
            <a:ext cx="654036" cy="21315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chemeClr val="tx1"/>
                </a:solidFill>
              </a:rPr>
              <a:t>PGM LIMPO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2435187" y="1452391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SP-1</a:t>
            </a:r>
          </a:p>
        </p:txBody>
      </p:sp>
      <p:sp>
        <p:nvSpPr>
          <p:cNvPr id="140" name="CaixaDeTexto 139"/>
          <p:cNvSpPr txBox="1"/>
          <p:nvPr/>
        </p:nvSpPr>
        <p:spPr>
          <a:xfrm>
            <a:off x="2439613" y="1761514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SP-2</a:t>
            </a:r>
          </a:p>
        </p:txBody>
      </p:sp>
      <p:sp>
        <p:nvSpPr>
          <p:cNvPr id="141" name="CaixaDeTexto 140"/>
          <p:cNvSpPr txBox="1"/>
          <p:nvPr/>
        </p:nvSpPr>
        <p:spPr>
          <a:xfrm>
            <a:off x="2426498" y="207000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RX SP-3</a:t>
            </a:r>
          </a:p>
        </p:txBody>
      </p:sp>
      <p:sp>
        <p:nvSpPr>
          <p:cNvPr id="142" name="CaixaDeTexto 141"/>
          <p:cNvSpPr txBox="1"/>
          <p:nvPr/>
        </p:nvSpPr>
        <p:spPr>
          <a:xfrm>
            <a:off x="2646181" y="2542870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TX LAWO E DR LAWO</a:t>
            </a:r>
          </a:p>
        </p:txBody>
      </p:sp>
      <p:sp>
        <p:nvSpPr>
          <p:cNvPr id="143" name="CaixaDeTexto 142"/>
          <p:cNvSpPr txBox="1"/>
          <p:nvPr/>
        </p:nvSpPr>
        <p:spPr>
          <a:xfrm>
            <a:off x="2646181" y="285636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TX LAWO E DR LAWO</a:t>
            </a:r>
          </a:p>
        </p:txBody>
      </p:sp>
      <p:sp>
        <p:nvSpPr>
          <p:cNvPr id="144" name="CaixaDeTexto 143"/>
          <p:cNvSpPr txBox="1"/>
          <p:nvPr/>
        </p:nvSpPr>
        <p:spPr>
          <a:xfrm>
            <a:off x="2643191" y="316026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PR TX LAWO E DR LAWO</a:t>
            </a:r>
          </a:p>
        </p:txBody>
      </p:sp>
      <p:sp>
        <p:nvSpPr>
          <p:cNvPr id="145" name="CaixaDeTexto 144"/>
          <p:cNvSpPr txBox="1"/>
          <p:nvPr/>
        </p:nvSpPr>
        <p:spPr>
          <a:xfrm>
            <a:off x="2426498" y="417485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46" name="CaixaDeTexto 145"/>
          <p:cNvSpPr txBox="1"/>
          <p:nvPr/>
        </p:nvSpPr>
        <p:spPr>
          <a:xfrm>
            <a:off x="2441191" y="4477164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47" name="CaixaDeTexto 146"/>
          <p:cNvSpPr txBox="1"/>
          <p:nvPr/>
        </p:nvSpPr>
        <p:spPr>
          <a:xfrm>
            <a:off x="2444874" y="4769150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148" name="CaixaDeTexto 147"/>
          <p:cNvSpPr txBox="1"/>
          <p:nvPr/>
        </p:nvSpPr>
        <p:spPr>
          <a:xfrm>
            <a:off x="2441696" y="5086835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PARTYLINE</a:t>
            </a:r>
          </a:p>
        </p:txBody>
      </p:sp>
      <p:sp>
        <p:nvSpPr>
          <p:cNvPr id="157" name="CaixaDeTexto 156"/>
          <p:cNvSpPr txBox="1"/>
          <p:nvPr/>
        </p:nvSpPr>
        <p:spPr>
          <a:xfrm>
            <a:off x="3392095" y="5859543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DIRECT</a:t>
            </a:r>
          </a:p>
        </p:txBody>
      </p:sp>
      <p:sp>
        <p:nvSpPr>
          <p:cNvPr id="159" name="CaixaDeTexto 158"/>
          <p:cNvSpPr txBox="1"/>
          <p:nvPr/>
        </p:nvSpPr>
        <p:spPr>
          <a:xfrm>
            <a:off x="6257448" y="4191066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REMOTE</a:t>
            </a:r>
          </a:p>
        </p:txBody>
      </p:sp>
      <p:sp>
        <p:nvSpPr>
          <p:cNvPr id="161" name="CaixaDeTexto 160"/>
          <p:cNvSpPr txBox="1"/>
          <p:nvPr/>
        </p:nvSpPr>
        <p:spPr>
          <a:xfrm>
            <a:off x="6475541" y="5851560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AUX AUD</a:t>
            </a:r>
          </a:p>
        </p:txBody>
      </p:sp>
      <p:sp>
        <p:nvSpPr>
          <p:cNvPr id="163" name="CaixaDeTexto 162"/>
          <p:cNvSpPr txBox="1"/>
          <p:nvPr/>
        </p:nvSpPr>
        <p:spPr>
          <a:xfrm>
            <a:off x="6259341" y="4500599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IFB EVNT</a:t>
            </a:r>
          </a:p>
        </p:txBody>
      </p:sp>
      <p:sp>
        <p:nvSpPr>
          <p:cNvPr id="167" name="Retângulo: Cantos Arredondados 62">
            <a:extLst>
              <a:ext uri="{FF2B5EF4-FFF2-40B4-BE49-F238E27FC236}">
                <a16:creationId xmlns:a16="http://schemas.microsoft.com/office/drawing/2014/main" id="{BB72701E-581D-3C06-0052-14D1D5CCB9C8}"/>
              </a:ext>
            </a:extLst>
          </p:cNvPr>
          <p:cNvSpPr/>
          <p:nvPr/>
        </p:nvSpPr>
        <p:spPr>
          <a:xfrm>
            <a:off x="8957325" y="3870971"/>
            <a:ext cx="1478446" cy="784300"/>
          </a:xfrm>
          <a:prstGeom prst="roundRect">
            <a:avLst>
              <a:gd name="adj" fmla="val 16143"/>
            </a:avLst>
          </a:prstGeom>
          <a:noFill/>
          <a:ln w="6350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900" b="1">
                <a:solidFill>
                  <a:srgbClr val="747474"/>
                </a:solidFill>
                <a:latin typeface="Globotipo Texto" panose="00000500000000000000" pitchFamily="50" charset="0"/>
                <a:cs typeface="JasmineUPC" panose="020B0502040204020203" pitchFamily="18" charset="-34"/>
              </a:rPr>
              <a:t>Câmeras 1,2 e 3 SP:</a:t>
            </a:r>
          </a:p>
        </p:txBody>
      </p:sp>
      <p:grpSp>
        <p:nvGrpSpPr>
          <p:cNvPr id="168" name="Agrupar 12">
            <a:extLst>
              <a:ext uri="{FF2B5EF4-FFF2-40B4-BE49-F238E27FC236}">
                <a16:creationId xmlns:a16="http://schemas.microsoft.com/office/drawing/2014/main" id="{A30DAEDC-F7EA-CA77-1637-6C2DBAC1F4D2}"/>
              </a:ext>
            </a:extLst>
          </p:cNvPr>
          <p:cNvGrpSpPr/>
          <p:nvPr/>
        </p:nvGrpSpPr>
        <p:grpSpPr>
          <a:xfrm>
            <a:off x="8934852" y="4240031"/>
            <a:ext cx="1528312" cy="631838"/>
            <a:chOff x="3802360" y="667396"/>
            <a:chExt cx="1528312" cy="631838"/>
          </a:xfrm>
        </p:grpSpPr>
        <p:grpSp>
          <p:nvGrpSpPr>
            <p:cNvPr id="169" name="Agrupar 64">
              <a:extLst>
                <a:ext uri="{FF2B5EF4-FFF2-40B4-BE49-F238E27FC236}">
                  <a16:creationId xmlns:a16="http://schemas.microsoft.com/office/drawing/2014/main" id="{7ADBF35F-39C5-B7F1-981A-3E62F85D8517}"/>
                </a:ext>
              </a:extLst>
            </p:cNvPr>
            <p:cNvGrpSpPr/>
            <p:nvPr/>
          </p:nvGrpSpPr>
          <p:grpSpPr>
            <a:xfrm>
              <a:off x="3802360" y="667396"/>
              <a:ext cx="1528312" cy="294177"/>
              <a:chOff x="3802360" y="667396"/>
              <a:chExt cx="1528312" cy="294177"/>
            </a:xfrm>
          </p:grpSpPr>
          <p:sp>
            <p:nvSpPr>
              <p:cNvPr id="185" name="Retângulo: Cantos Arredondados 88">
                <a:extLst>
                  <a:ext uri="{FF2B5EF4-FFF2-40B4-BE49-F238E27FC236}">
                    <a16:creationId xmlns:a16="http://schemas.microsoft.com/office/drawing/2014/main" id="{A727F88F-E75B-801A-31D1-329419096148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6" name="Retângulo: Cantos Arredondados 89">
                <a:extLst>
                  <a:ext uri="{FF2B5EF4-FFF2-40B4-BE49-F238E27FC236}">
                    <a16:creationId xmlns:a16="http://schemas.microsoft.com/office/drawing/2014/main" id="{600A1A07-BFDE-58CE-EEC0-7329390AF7CA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7" name="Retângulo: Cantos Arredondados 91">
                <a:extLst>
                  <a:ext uri="{FF2B5EF4-FFF2-40B4-BE49-F238E27FC236}">
                    <a16:creationId xmlns:a16="http://schemas.microsoft.com/office/drawing/2014/main" id="{1371C7A0-BA2C-2EEA-9A14-3937DA2573A4}"/>
                  </a:ext>
                </a:extLst>
              </p:cNvPr>
              <p:cNvSpPr/>
              <p:nvPr/>
            </p:nvSpPr>
            <p:spPr>
              <a:xfrm>
                <a:off x="3802360" y="762595"/>
                <a:ext cx="1528312" cy="198978"/>
              </a:xfrm>
              <a:prstGeom prst="roundRect">
                <a:avLst/>
              </a:prstGeom>
              <a:noFill/>
              <a:ln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1 – LAPELA NARRA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2 – LAPELA COMENTA</a:t>
                </a:r>
                <a:b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</a:br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3 – MD NARRA</a:t>
                </a:r>
              </a:p>
              <a:p>
                <a:r>
                  <a:rPr lang="pt-BR" sz="800">
                    <a:solidFill>
                      <a:schemeClr val="bg1">
                        <a:lumMod val="50000"/>
                      </a:schemeClr>
                    </a:solidFill>
                    <a:latin typeface="Globotipo Texto" panose="00000500000000000000" pitchFamily="50" charset="0"/>
                  </a:rPr>
                  <a:t>CH 4 – MD COMENTA</a:t>
                </a:r>
              </a:p>
              <a:p>
                <a:endParaRPr lang="pt-BR" sz="800" b="1">
                  <a:solidFill>
                    <a:schemeClr val="bg1">
                      <a:lumMod val="50000"/>
                    </a:schemeClr>
                  </a:solidFill>
                  <a:latin typeface="Globotipo Texto" panose="00000500000000000000" pitchFamily="50" charset="0"/>
                </a:endParaRPr>
              </a:p>
            </p:txBody>
          </p:sp>
        </p:grpSp>
        <p:grpSp>
          <p:nvGrpSpPr>
            <p:cNvPr id="170" name="Agrupar 68">
              <a:extLst>
                <a:ext uri="{FF2B5EF4-FFF2-40B4-BE49-F238E27FC236}">
                  <a16:creationId xmlns:a16="http://schemas.microsoft.com/office/drawing/2014/main" id="{03F410AC-A000-0EBA-8202-41A05D475FD8}"/>
                </a:ext>
              </a:extLst>
            </p:cNvPr>
            <p:cNvGrpSpPr/>
            <p:nvPr/>
          </p:nvGrpSpPr>
          <p:grpSpPr>
            <a:xfrm>
              <a:off x="4082569" y="812444"/>
              <a:ext cx="269559" cy="65534"/>
              <a:chOff x="4082569" y="667396"/>
              <a:chExt cx="269559" cy="65534"/>
            </a:xfrm>
          </p:grpSpPr>
          <p:sp>
            <p:nvSpPr>
              <p:cNvPr id="183" name="Retângulo: Cantos Arredondados 84">
                <a:extLst>
                  <a:ext uri="{FF2B5EF4-FFF2-40B4-BE49-F238E27FC236}">
                    <a16:creationId xmlns:a16="http://schemas.microsoft.com/office/drawing/2014/main" id="{C20A0DBF-308C-FF40-4482-293DB5AC1694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4" name="Retângulo: Cantos Arredondados 85">
                <a:extLst>
                  <a:ext uri="{FF2B5EF4-FFF2-40B4-BE49-F238E27FC236}">
                    <a16:creationId xmlns:a16="http://schemas.microsoft.com/office/drawing/2014/main" id="{94E72168-C95F-0624-27D2-83EF046414FB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71" name="Agrupar 69">
              <a:extLst>
                <a:ext uri="{FF2B5EF4-FFF2-40B4-BE49-F238E27FC236}">
                  <a16:creationId xmlns:a16="http://schemas.microsoft.com/office/drawing/2014/main" id="{B2E9B3F1-5D08-1F0D-B49A-14354EDFD7CD}"/>
                </a:ext>
              </a:extLst>
            </p:cNvPr>
            <p:cNvGrpSpPr/>
            <p:nvPr/>
          </p:nvGrpSpPr>
          <p:grpSpPr>
            <a:xfrm>
              <a:off x="4082569" y="950548"/>
              <a:ext cx="269559" cy="65534"/>
              <a:chOff x="4082569" y="667396"/>
              <a:chExt cx="269559" cy="65534"/>
            </a:xfrm>
          </p:grpSpPr>
          <p:sp>
            <p:nvSpPr>
              <p:cNvPr id="180" name="Retângulo: Cantos Arredondados 80">
                <a:extLst>
                  <a:ext uri="{FF2B5EF4-FFF2-40B4-BE49-F238E27FC236}">
                    <a16:creationId xmlns:a16="http://schemas.microsoft.com/office/drawing/2014/main" id="{0A0F6394-6659-1481-5044-B0096D291CAA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1" name="Retângulo: Cantos Arredondados 81">
                <a:extLst>
                  <a:ext uri="{FF2B5EF4-FFF2-40B4-BE49-F238E27FC236}">
                    <a16:creationId xmlns:a16="http://schemas.microsoft.com/office/drawing/2014/main" id="{4B50E5F1-B7BD-6E2B-6C61-A49EDCFBD3F0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72" name="Agrupar 70">
              <a:extLst>
                <a:ext uri="{FF2B5EF4-FFF2-40B4-BE49-F238E27FC236}">
                  <a16:creationId xmlns:a16="http://schemas.microsoft.com/office/drawing/2014/main" id="{D1F8A089-C7D6-E79C-3EF7-8C4EFB11668B}"/>
                </a:ext>
              </a:extLst>
            </p:cNvPr>
            <p:cNvGrpSpPr/>
            <p:nvPr/>
          </p:nvGrpSpPr>
          <p:grpSpPr>
            <a:xfrm>
              <a:off x="4082569" y="1088653"/>
              <a:ext cx="269559" cy="65534"/>
              <a:chOff x="4082569" y="667396"/>
              <a:chExt cx="269559" cy="65534"/>
            </a:xfrm>
          </p:grpSpPr>
          <p:sp>
            <p:nvSpPr>
              <p:cNvPr id="177" name="Retângulo: Cantos Arredondados 76">
                <a:extLst>
                  <a:ext uri="{FF2B5EF4-FFF2-40B4-BE49-F238E27FC236}">
                    <a16:creationId xmlns:a16="http://schemas.microsoft.com/office/drawing/2014/main" id="{684A412C-6DC6-F4B7-F34B-CF3EEFD4626C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79" name="Retângulo: Cantos Arredondados 77">
                <a:extLst>
                  <a:ext uri="{FF2B5EF4-FFF2-40B4-BE49-F238E27FC236}">
                    <a16:creationId xmlns:a16="http://schemas.microsoft.com/office/drawing/2014/main" id="{7510DDAD-2FBD-2595-946E-64E7C24567D2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73" name="Agrupar 71">
              <a:extLst>
                <a:ext uri="{FF2B5EF4-FFF2-40B4-BE49-F238E27FC236}">
                  <a16:creationId xmlns:a16="http://schemas.microsoft.com/office/drawing/2014/main" id="{96B11C85-8E89-6B5C-046B-1BB2C0685270}"/>
                </a:ext>
              </a:extLst>
            </p:cNvPr>
            <p:cNvGrpSpPr/>
            <p:nvPr/>
          </p:nvGrpSpPr>
          <p:grpSpPr>
            <a:xfrm>
              <a:off x="4082569" y="1233700"/>
              <a:ext cx="269559" cy="65534"/>
              <a:chOff x="4082569" y="667396"/>
              <a:chExt cx="269559" cy="65534"/>
            </a:xfrm>
          </p:grpSpPr>
          <p:sp>
            <p:nvSpPr>
              <p:cNvPr id="175" name="Retângulo: Cantos Arredondados 72">
                <a:extLst>
                  <a:ext uri="{FF2B5EF4-FFF2-40B4-BE49-F238E27FC236}">
                    <a16:creationId xmlns:a16="http://schemas.microsoft.com/office/drawing/2014/main" id="{6723EB2C-08B4-4D8E-30D6-5D5FD7EB176D}"/>
                  </a:ext>
                </a:extLst>
              </p:cNvPr>
              <p:cNvSpPr/>
              <p:nvPr/>
            </p:nvSpPr>
            <p:spPr>
              <a:xfrm>
                <a:off x="408256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76" name="Retângulo: Cantos Arredondados 73">
                <a:extLst>
                  <a:ext uri="{FF2B5EF4-FFF2-40B4-BE49-F238E27FC236}">
                    <a16:creationId xmlns:a16="http://schemas.microsoft.com/office/drawing/2014/main" id="{1207BF71-3CDC-1A98-6809-826F94128485}"/>
                  </a:ext>
                </a:extLst>
              </p:cNvPr>
              <p:cNvSpPr/>
              <p:nvPr/>
            </p:nvSpPr>
            <p:spPr>
              <a:xfrm>
                <a:off x="4306409" y="667396"/>
                <a:ext cx="45719" cy="65534"/>
              </a:xfrm>
              <a:prstGeom prst="roundRect">
                <a:avLst/>
              </a:prstGeom>
              <a:no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pt-BR" sz="1050" b="1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cxnSp>
        <p:nvCxnSpPr>
          <p:cNvPr id="6" name="Conector de seta reta 5"/>
          <p:cNvCxnSpPr>
            <a:stCxn id="138" idx="2"/>
          </p:cNvCxnSpPr>
          <p:nvPr/>
        </p:nvCxnSpPr>
        <p:spPr>
          <a:xfrm flipH="1">
            <a:off x="8934852" y="2321782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CaixaDeTexto 187"/>
          <p:cNvSpPr txBox="1"/>
          <p:nvPr/>
        </p:nvSpPr>
        <p:spPr>
          <a:xfrm>
            <a:off x="8677855" y="2632187"/>
            <a:ext cx="175791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00"/>
              <a:t>GRAVAR</a:t>
            </a:r>
          </a:p>
        </p:txBody>
      </p:sp>
    </p:spTree>
    <p:extLst>
      <p:ext uri="{BB962C8B-B14F-4D97-AF65-F5344CB8AC3E}">
        <p14:creationId xmlns:p14="http://schemas.microsoft.com/office/powerpoint/2010/main" val="23390617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6C7CECC09CE94459A758C47B1689041" ma:contentTypeVersion="11" ma:contentTypeDescription="Crie um novo documento." ma:contentTypeScope="" ma:versionID="765f63fc7f3f69cee9d491af6738d9b9">
  <xsd:schema xmlns:xsd="http://www.w3.org/2001/XMLSchema" xmlns:xs="http://www.w3.org/2001/XMLSchema" xmlns:p="http://schemas.microsoft.com/office/2006/metadata/properties" xmlns:ns2="e3f567cd-5ca9-4bc3-a07b-68b9bd703e00" xmlns:ns3="f083fd70-7e03-45f5-9118-16840b6ebeb4" targetNamespace="http://schemas.microsoft.com/office/2006/metadata/properties" ma:root="true" ma:fieldsID="b15809ca98ab6f7146e4fee4e1f03be0" ns2:_="" ns3:_="">
    <xsd:import namespace="e3f567cd-5ca9-4bc3-a07b-68b9bd703e00"/>
    <xsd:import namespace="f083fd70-7e03-45f5-9118-16840b6ebe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f567cd-5ca9-4bc3-a07b-68b9bd703e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fce95d02-0283-4058-b157-1f44ea38b5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83fd70-7e03-45f5-9118-16840b6ebeb4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5846ded4-3ad7-4b4e-b1f1-5ab50ae5b9cb}" ma:internalName="TaxCatchAll" ma:showField="CatchAllData" ma:web="f083fd70-7e03-45f5-9118-16840b6ebe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3f567cd-5ca9-4bc3-a07b-68b9bd703e00">
      <Terms xmlns="http://schemas.microsoft.com/office/infopath/2007/PartnerControls"/>
    </lcf76f155ced4ddcb4097134ff3c332f>
    <TaxCatchAll xmlns="f083fd70-7e03-45f5-9118-16840b6ebeb4" xsi:nil="true"/>
  </documentManagement>
</p:properties>
</file>

<file path=customXml/itemProps1.xml><?xml version="1.0" encoding="utf-8"?>
<ds:datastoreItem xmlns:ds="http://schemas.openxmlformats.org/officeDocument/2006/customXml" ds:itemID="{D9628A25-08AD-435B-BCC7-7A918482DF9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C6A9C7C-43C4-407E-B793-7268489513F6}">
  <ds:schemaRefs>
    <ds:schemaRef ds:uri="e3f567cd-5ca9-4bc3-a07b-68b9bd703e00"/>
    <ds:schemaRef ds:uri="f083fd70-7e03-45f5-9118-16840b6ebeb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6849B58-2328-4FFE-8BCE-05699E339CED}">
  <ds:schemaRefs>
    <ds:schemaRef ds:uri="e3f567cd-5ca9-4bc3-a07b-68b9bd703e00"/>
    <ds:schemaRef ds:uri="f083fd70-7e03-45f5-9118-16840b6ebeb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Alexandre Fernandes Filho</dc:creator>
  <cp:revision>7</cp:revision>
  <cp:lastPrinted>2025-10-12T00:33:14Z</cp:lastPrinted>
  <dcterms:created xsi:type="dcterms:W3CDTF">2025-04-09T18:45:51Z</dcterms:created>
  <dcterms:modified xsi:type="dcterms:W3CDTF">2026-10-24T12:44:42Z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dc542d3-6316-42ad-9eaa-e82fa419e5f2_Enabled">
    <vt:lpwstr>true</vt:lpwstr>
  </property>
  <property fmtid="{D5CDD505-2E9C-101B-9397-08002B2CF9AE}" pid="3" name="MSIP_Label_3dc542d3-6316-42ad-9eaa-e82fa419e5f2_SetDate">
    <vt:lpwstr>2025-04-09T21:18:49Z</vt:lpwstr>
  </property>
  <property fmtid="{D5CDD505-2E9C-101B-9397-08002B2CF9AE}" pid="4" name="MSIP_Label_3dc542d3-6316-42ad-9eaa-e82fa419e5f2_Method">
    <vt:lpwstr>Standard</vt:lpwstr>
  </property>
  <property fmtid="{D5CDD505-2E9C-101B-9397-08002B2CF9AE}" pid="5" name="MSIP_Label_3dc542d3-6316-42ad-9eaa-e82fa419e5f2_Name">
    <vt:lpwstr>3dc542d3-6316-42ad-9eaa-e82fa419e5f2</vt:lpwstr>
  </property>
  <property fmtid="{D5CDD505-2E9C-101B-9397-08002B2CF9AE}" pid="6" name="MSIP_Label_3dc542d3-6316-42ad-9eaa-e82fa419e5f2_SiteId">
    <vt:lpwstr>a7cdc447-3b29-4b41-b73e-8a2cb54b06c6</vt:lpwstr>
  </property>
  <property fmtid="{D5CDD505-2E9C-101B-9397-08002B2CF9AE}" pid="7" name="MSIP_Label_3dc542d3-6316-42ad-9eaa-e82fa419e5f2_ActionId">
    <vt:lpwstr>61d6e7db-c166-40b7-ac1a-7dd531cb7f51</vt:lpwstr>
  </property>
  <property fmtid="{D5CDD505-2E9C-101B-9397-08002B2CF9AE}" pid="8" name="MSIP_Label_3dc542d3-6316-42ad-9eaa-e82fa419e5f2_ContentBits">
    <vt:lpwstr>0</vt:lpwstr>
  </property>
  <property fmtid="{D5CDD505-2E9C-101B-9397-08002B2CF9AE}" pid="9" name="MSIP_Label_3dc542d3-6316-42ad-9eaa-e82fa419e5f2_Tag">
    <vt:lpwstr>10, 3, 0, 1</vt:lpwstr>
  </property>
  <property fmtid="{D5CDD505-2E9C-101B-9397-08002B2CF9AE}" pid="10" name="ContentTypeId">
    <vt:lpwstr>0x010100A6C7CECC09CE94459A758C47B1689041</vt:lpwstr>
  </property>
  <property fmtid="{D5CDD505-2E9C-101B-9397-08002B2CF9AE}" pid="11" name="MediaServiceImageTags">
    <vt:lpwstr/>
  </property>
</Properties>
</file>