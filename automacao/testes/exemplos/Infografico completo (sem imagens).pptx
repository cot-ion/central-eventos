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315" r:id="rId5"/>
    <p:sldId id="316" r:id="rId6"/>
    <p:sldId id="317" r:id="rId7"/>
    <p:sldId id="318" r:id="rId8"/>
    <p:sldId id="319" r:id="rId9"/>
    <p:sldId id="324" r:id="rId10"/>
    <p:sldId id="322" r:id="rId11"/>
    <p:sldId id="1745" r:id="rId12"/>
    <p:sldId id="320" r:id="rId13"/>
    <p:sldId id="1746" r:id="rId14"/>
    <p:sldId id="323" r:id="rId15"/>
    <p:sldId id="325" r:id="rId16"/>
    <p:sldId id="1741" r:id="rId17"/>
    <p:sldId id="1743" r:id="rId18"/>
    <p:sldId id="1735" r:id="rId19"/>
    <p:sldId id="1740" r:id="rId20"/>
    <p:sldId id="1737" r:id="rId21"/>
    <p:sldId id="1738" r:id="rId22"/>
    <p:sldId id="1739" r:id="rId23"/>
    <p:sldId id="326" r:id="rId24"/>
    <p:sldId id="1744" r:id="rId25"/>
    <p:sldId id="312" r:id="rId26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BFB413-6546-E7F3-F5C9-571B17D4C5C1}" name="Tamine Alves" initials="TV" userId="S::tamine.alves@g.globo::89c7a31c-3ebe-4151-81b3-5ab3f4638b0d" providerId="AD"/>
  <p188:author id="{4D276130-7746-DE57-8251-66BE56D5EED8}" name="Fabricio Vasconcellos" initials="" userId="S::fabricio.vasconcellos@g.globo::b1f0c3b4-587b-4e13-8cb8-1af839db855a" providerId="AD"/>
  <p188:author id="{115FEFD8-1C87-4266-A173-951BCF70DF75}" name="Antonio Santos Junior" initials="" userId="S::antonio.santos.junior@g.globo::1b8d3079-d262-4e08-b4bc-a280dccb7eb5" providerId="AD"/>
  <p188:author id="{406AE7E7-E3B4-E7B2-CC7E-9DA3D5E66C73}" name="Fernando Melo Vieira" initials="FM" userId="S::fmvieira@g.globo::d1162766-c1eb-4f3d-a7c9-5f82d976b67a" providerId="AD"/>
  <p188:author id="{E6F02EFC-C6EB-171B-8ABC-AB9EACFCDAEB}" name="Alexandre Fernandes Filho" initials="AF" userId="S::alexandre.fernandes.filho@g.globo::4a75e785-9e3e-4040-b198-a071c19da4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747474"/>
    <a:srgbClr val="E97132"/>
    <a:srgbClr val="7F7F7F"/>
    <a:srgbClr val="C00000"/>
    <a:srgbClr val="D86ECC"/>
    <a:srgbClr val="00B050"/>
    <a:srgbClr val="1649D4"/>
    <a:srgbClr val="163E64"/>
    <a:srgbClr val="E1DE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89A50-E843-4B07-873E-DBF1ABE6EF4C}" v="30" dt="2025-12-02T01:13:33.810"/>
    <p1510:client id="{36A71EDC-4DC3-4403-A0F1-B25F7A087804}" v="10" dt="2025-12-01T01:57:59.701"/>
    <p1510:client id="{37753F41-2C64-DC83-506E-76E54FD80586}" v="1" dt="2025-12-02T01:04:50.416"/>
    <p1510:client id="{9D56D9C3-0777-D533-A63C-93327914348E}" v="35" dt="2025-12-02T01:02:37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i Tostes" userId="S::vivi.tostes@g.globo::7febe7e7-a084-4e40-8e04-125a12cbfd0b" providerId="AD" clId="Web-{9D56D9C3-0777-D533-A63C-93327914348E}"/>
    <pc:docChg chg="modSld">
      <pc:chgData name="Vivi Tostes" userId="S::vivi.tostes@g.globo::7febe7e7-a084-4e40-8e04-125a12cbfd0b" providerId="AD" clId="Web-{9D56D9C3-0777-D533-A63C-93327914348E}" dt="2025-12-02T01:02:37.670" v="17"/>
      <pc:docMkLst>
        <pc:docMk/>
      </pc:docMkLst>
      <pc:sldChg chg="addSp delSp modSp">
        <pc:chgData name="Vivi Tostes" userId="S::vivi.tostes@g.globo::7febe7e7-a084-4e40-8e04-125a12cbfd0b" providerId="AD" clId="Web-{9D56D9C3-0777-D533-A63C-93327914348E}" dt="2025-12-02T01:02:37.670" v="17"/>
        <pc:sldMkLst>
          <pc:docMk/>
          <pc:sldMk cId="2339061759" sldId="315"/>
        </pc:sldMkLst>
        <pc:spChg chg="add del mod">
          <ac:chgData name="Vivi Tostes" userId="S::vivi.tostes@g.globo::7febe7e7-a084-4e40-8e04-125a12cbfd0b" providerId="AD" clId="Web-{9D56D9C3-0777-D533-A63C-93327914348E}" dt="2025-12-02T01:02:37.670" v="17"/>
          <ac:spMkLst>
            <pc:docMk/>
            <pc:sldMk cId="2339061759" sldId="315"/>
            <ac:spMk id="4" creationId="{37EC1871-8434-0D9E-FB6F-FA0E4040A19C}"/>
          </ac:spMkLst>
        </pc:spChg>
      </pc:sldChg>
    </pc:docChg>
  </pc:docChgLst>
  <pc:docChgLst>
    <pc:chgData name="Vivi Tostes" userId="7febe7e7-a084-4e40-8e04-125a12cbfd0b" providerId="ADAL" clId="{7DA95240-03BF-4161-8639-503C1437121E}"/>
    <pc:docChg chg="custSel modSld">
      <pc:chgData name="Vivi Tostes" userId="7febe7e7-a084-4e40-8e04-125a12cbfd0b" providerId="ADAL" clId="{7DA95240-03BF-4161-8639-503C1437121E}" dt="2025-12-02T01:13:31.123" v="25"/>
      <pc:docMkLst>
        <pc:docMk/>
      </pc:docMkLst>
      <pc:sldChg chg="addSp delSp modSp mod">
        <pc:chgData name="Vivi Tostes" userId="7febe7e7-a084-4e40-8e04-125a12cbfd0b" providerId="ADAL" clId="{7DA95240-03BF-4161-8639-503C1437121E}" dt="2025-12-02T01:10:37.623" v="24" actId="478"/>
        <pc:sldMkLst>
          <pc:docMk/>
          <pc:sldMk cId="1310642620" sldId="320"/>
        </pc:sldMkLst>
        <pc:picChg chg="add del mod">
          <ac:chgData name="Vivi Tostes" userId="7febe7e7-a084-4e40-8e04-125a12cbfd0b" providerId="ADAL" clId="{7DA95240-03BF-4161-8639-503C1437121E}" dt="2025-12-02T01:10:37.623" v="24" actId="478"/>
          <ac:picMkLst>
            <pc:docMk/>
            <pc:sldMk cId="1310642620" sldId="320"/>
            <ac:picMk id="23" creationId="{38BCB7AC-9FE1-D9D0-B487-C3D7F93DAD84}"/>
          </ac:picMkLst>
        </pc:picChg>
      </pc:sldChg>
      <pc:sldChg chg="addSp">
        <pc:chgData name="Vivi Tostes" userId="7febe7e7-a084-4e40-8e04-125a12cbfd0b" providerId="ADAL" clId="{7DA95240-03BF-4161-8639-503C1437121E}" dt="2025-12-02T01:13:31.123" v="25"/>
        <pc:sldMkLst>
          <pc:docMk/>
          <pc:sldMk cId="4040410743" sldId="322"/>
        </pc:sldMkLst>
        <pc:spChg chg="add">
          <ac:chgData name="Vivi Tostes" userId="7febe7e7-a084-4e40-8e04-125a12cbfd0b" providerId="ADAL" clId="{7DA95240-03BF-4161-8639-503C1437121E}" dt="2025-12-02T01:13:31.123" v="25"/>
          <ac:spMkLst>
            <pc:docMk/>
            <pc:sldMk cId="4040410743" sldId="322"/>
            <ac:spMk id="6" creationId="{CE3BA873-FB7F-9520-15AB-419C9EDE08E0}"/>
          </ac:spMkLst>
        </pc:spChg>
      </pc:sldChg>
      <pc:sldChg chg="modSp mod">
        <pc:chgData name="Vivi Tostes" userId="7febe7e7-a084-4e40-8e04-125a12cbfd0b" providerId="ADAL" clId="{7DA95240-03BF-4161-8639-503C1437121E}" dt="2025-12-02T01:07:08.250" v="5" actId="27636"/>
        <pc:sldMkLst>
          <pc:docMk/>
          <pc:sldMk cId="3326190903" sldId="1744"/>
        </pc:sldMkLst>
        <pc:spChg chg="mod">
          <ac:chgData name="Vivi Tostes" userId="7febe7e7-a084-4e40-8e04-125a12cbfd0b" providerId="ADAL" clId="{7DA95240-03BF-4161-8639-503C1437121E}" dt="2025-12-02T01:07:08.245" v="2" actId="27636"/>
          <ac:spMkLst>
            <pc:docMk/>
            <pc:sldMk cId="3326190903" sldId="1744"/>
            <ac:spMk id="2" creationId="{E683712E-D59C-78EA-519C-5AC19F24FB3D}"/>
          </ac:spMkLst>
        </pc:spChg>
        <pc:spChg chg="mod">
          <ac:chgData name="Vivi Tostes" userId="7febe7e7-a084-4e40-8e04-125a12cbfd0b" providerId="ADAL" clId="{7DA95240-03BF-4161-8639-503C1437121E}" dt="2025-12-02T01:07:08.250" v="4" actId="27636"/>
          <ac:spMkLst>
            <pc:docMk/>
            <pc:sldMk cId="3326190903" sldId="1744"/>
            <ac:spMk id="5" creationId="{390860B9-6F3A-18E6-70AA-866A30627857}"/>
          </ac:spMkLst>
        </pc:spChg>
        <pc:spChg chg="mod">
          <ac:chgData name="Vivi Tostes" userId="7febe7e7-a084-4e40-8e04-125a12cbfd0b" providerId="ADAL" clId="{7DA95240-03BF-4161-8639-503C1437121E}" dt="2025-12-02T01:07:08.242" v="1" actId="27636"/>
          <ac:spMkLst>
            <pc:docMk/>
            <pc:sldMk cId="3326190903" sldId="1744"/>
            <ac:spMk id="9" creationId="{030D2444-700F-3A47-085B-5A25E1875059}"/>
          </ac:spMkLst>
        </pc:spChg>
        <pc:spChg chg="mod">
          <ac:chgData name="Vivi Tostes" userId="7febe7e7-a084-4e40-8e04-125a12cbfd0b" providerId="ADAL" clId="{7DA95240-03BF-4161-8639-503C1437121E}" dt="2025-12-02T01:07:08.250" v="3" actId="27636"/>
          <ac:spMkLst>
            <pc:docMk/>
            <pc:sldMk cId="3326190903" sldId="1744"/>
            <ac:spMk id="13" creationId="{C5914195-F165-151D-2646-CA432650EFF0}"/>
          </ac:spMkLst>
        </pc:spChg>
        <pc:spChg chg="mod">
          <ac:chgData name="Vivi Tostes" userId="7febe7e7-a084-4e40-8e04-125a12cbfd0b" providerId="ADAL" clId="{7DA95240-03BF-4161-8639-503C1437121E}" dt="2025-12-02T01:07:08.250" v="5" actId="27636"/>
          <ac:spMkLst>
            <pc:docMk/>
            <pc:sldMk cId="3326190903" sldId="1744"/>
            <ac:spMk id="15" creationId="{31FECA5B-14B8-EBC8-3BB4-37AC4573190C}"/>
          </ac:spMkLst>
        </pc:spChg>
      </pc:sldChg>
      <pc:sldChg chg="addSp modSp setBg">
        <pc:chgData name="Vivi Tostes" userId="7febe7e7-a084-4e40-8e04-125a12cbfd0b" providerId="ADAL" clId="{7DA95240-03BF-4161-8639-503C1437121E}" dt="2025-12-02T01:09:13.126" v="21"/>
        <pc:sldMkLst>
          <pc:docMk/>
          <pc:sldMk cId="1593350067" sldId="1745"/>
        </pc:sldMkLst>
        <pc:spChg chg="mod">
          <ac:chgData name="Vivi Tostes" userId="7febe7e7-a084-4e40-8e04-125a12cbfd0b" providerId="ADAL" clId="{7DA95240-03BF-4161-8639-503C1437121E}" dt="2025-12-02T01:07:08.172" v="0" actId="164"/>
          <ac:spMkLst>
            <pc:docMk/>
            <pc:sldMk cId="1593350067" sldId="1745"/>
            <ac:spMk id="13" creationId="{00000000-0000-0000-0000-000000000000}"/>
          </ac:spMkLst>
        </pc:spChg>
        <pc:spChg chg="mod">
          <ac:chgData name="Vivi Tostes" userId="7febe7e7-a084-4e40-8e04-125a12cbfd0b" providerId="ADAL" clId="{7DA95240-03BF-4161-8639-503C1437121E}" dt="2025-12-02T01:07:08.172" v="0" actId="164"/>
          <ac:spMkLst>
            <pc:docMk/>
            <pc:sldMk cId="1593350067" sldId="1745"/>
            <ac:spMk id="19" creationId="{00000000-0000-0000-0000-000000000000}"/>
          </ac:spMkLst>
        </pc:spChg>
        <pc:grpChg chg="add mod">
          <ac:chgData name="Vivi Tostes" userId="7febe7e7-a084-4e40-8e04-125a12cbfd0b" providerId="ADAL" clId="{7DA95240-03BF-4161-8639-503C1437121E}" dt="2025-12-02T01:07:08.172" v="0" actId="164"/>
          <ac:grpSpMkLst>
            <pc:docMk/>
            <pc:sldMk cId="1593350067" sldId="1745"/>
            <ac:grpSpMk id="4" creationId="{A3EC10B9-DF41-D711-D98F-5B3315EBBDAF}"/>
          </ac:grpSpMkLst>
        </pc:grpChg>
      </pc:sldChg>
    </pc:docChg>
  </pc:docChgLst>
  <pc:docChgLst>
    <pc:chgData name="Vivi Tostes" userId="S::vivi.tostes@g.globo::7febe7e7-a084-4e40-8e04-125a12cbfd0b" providerId="AD" clId="Web-{37753F41-2C64-DC83-506E-76E54FD80586}"/>
    <pc:docChg chg="modSld modMainMaster">
      <pc:chgData name="Vivi Tostes" userId="S::vivi.tostes@g.globo::7febe7e7-a084-4e40-8e04-125a12cbfd0b" providerId="AD" clId="Web-{37753F41-2C64-DC83-506E-76E54FD80586}" dt="2025-12-02T01:04:50.416" v="0"/>
      <pc:docMkLst>
        <pc:docMk/>
      </pc:docMkLst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0" sldId="312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2339061759" sldId="315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3561521958" sldId="316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2754407604" sldId="317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3208477058" sldId="318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2982319627" sldId="319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1310642620" sldId="320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4040410743" sldId="322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3801689056" sldId="323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4226649297" sldId="324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36002456" sldId="325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2182194191" sldId="326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3346053952" sldId="1735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3786622894" sldId="1737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4257152096" sldId="1738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989287012" sldId="1739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4100034219" sldId="1740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1395157062" sldId="1741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4230932587" sldId="1743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3326190903" sldId="1744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1593350067" sldId="1745"/>
        </pc:sldMkLst>
      </pc:sldChg>
      <pc:sldChg chg="mod">
        <pc:chgData name="Vivi Tostes" userId="S::vivi.tostes@g.globo::7febe7e7-a084-4e40-8e04-125a12cbfd0b" providerId="AD" clId="Web-{37753F41-2C64-DC83-506E-76E54FD80586}" dt="2025-12-02T01:04:50.416" v="0"/>
        <pc:sldMkLst>
          <pc:docMk/>
          <pc:sldMk cId="626351733" sldId="1746"/>
        </pc:sldMkLst>
      </pc:sldChg>
      <pc:sldMasterChg chg="mod setBg modSldLayout">
        <pc:chgData name="Vivi Tostes" userId="S::vivi.tostes@g.globo::7febe7e7-a084-4e40-8e04-125a12cbfd0b" providerId="AD" clId="Web-{37753F41-2C64-DC83-506E-76E54FD80586}" dt="2025-12-02T01:04:50.416" v="0"/>
        <pc:sldMasterMkLst>
          <pc:docMk/>
          <pc:sldMasterMk cId="1707246934" sldId="2147483648"/>
        </pc:sldMasterMkLst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3935081892" sldId="2147483649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1839217194" sldId="2147483650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2710189834" sldId="2147483651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4109095572" sldId="2147483652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153038545" sldId="2147483653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1265158382" sldId="2147483654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2791348676" sldId="2147483655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2012621485" sldId="2147483656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2179028387" sldId="2147483657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4027525825" sldId="2147483658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1800368115" sldId="2147483659"/>
          </pc:sldLayoutMkLst>
        </pc:sldLayoutChg>
        <pc:sldLayoutChg chg="mod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1713269936" sldId="2147483660"/>
          </pc:sldLayoutMkLst>
        </pc:sldLayoutChg>
        <pc:sldLayoutChg chg="mod setFolMasterObjs">
          <pc:chgData name="Vivi Tostes" userId="S::vivi.tostes@g.globo::7febe7e7-a084-4e40-8e04-125a12cbfd0b" providerId="AD" clId="Web-{37753F41-2C64-DC83-506E-76E54FD80586}" dt="2025-12-02T01:04:50.416" v="0"/>
          <pc:sldLayoutMkLst>
            <pc:docMk/>
            <pc:sldMasterMk cId="1707246934" sldId="2147483648"/>
            <pc:sldLayoutMk cId="3031407891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FA07DA3-02E3-4DF7-8FD4-27E5988F6E32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F3913A2-0C10-4488-88B6-DAD4AC88493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04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Receber câmera 2 via DR (CAM-1 SP) – entregar no controle?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Partyline</a:t>
            </a:r>
            <a:r>
              <a:rPr lang="pt-BR"/>
              <a:t> +COORD – Qual a finalidade?</a:t>
            </a: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- acrescentar câmera DR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mix</a:t>
            </a:r>
            <a:r>
              <a:rPr lang="pt-BR"/>
              <a:t> </a:t>
            </a:r>
            <a:r>
              <a:rPr lang="pt-BR" err="1"/>
              <a:t>MICs</a:t>
            </a:r>
            <a:r>
              <a:rPr lang="pt-BR"/>
              <a:t> comentas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25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Receber cabine BY pela via DR (CAM-1 SP)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- Padronizar canalização cabine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/>
              <a:t>Entrega de sinais CTL + DIRETO não tem via DR – por ser SP há necessidade? Eles habitualmente baixam por lá.</a:t>
            </a:r>
            <a:br>
              <a:rPr lang="pt-BR"/>
            </a:br>
            <a:r>
              <a:rPr lang="pt-BR"/>
              <a:t>- Padronizar direct pra cabine, igual é realizado pro estúdio. – Ponto positivo seria fixar recepção dos </a:t>
            </a:r>
            <a:r>
              <a:rPr lang="pt-BR" err="1"/>
              <a:t>mics</a:t>
            </a:r>
            <a:r>
              <a:rPr lang="pt-BR"/>
              <a:t> DR via MX COM.</a:t>
            </a:r>
            <a:br>
              <a:rPr lang="pt-BR"/>
            </a:b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- Alinha com SP canalização cabine</a:t>
            </a:r>
          </a:p>
          <a:p>
            <a:pPr marL="171450" indent="-171450">
              <a:buFontTx/>
              <a:buChar char="-"/>
              <a:defRPr/>
            </a:pPr>
            <a:r>
              <a:rPr lang="pt-BR"/>
              <a:t>Acrescentar direct fixo cabine </a:t>
            </a:r>
            <a:r>
              <a:rPr lang="pt-BR" err="1"/>
              <a:t>sp</a:t>
            </a:r>
            <a:r>
              <a:rPr lang="pt-BR"/>
              <a:t> </a:t>
            </a:r>
            <a:r>
              <a:rPr lang="pt-BR" err="1"/>
              <a:t>minus</a:t>
            </a:r>
            <a:r>
              <a:rPr lang="pt-BR"/>
              <a:t> + over</a:t>
            </a:r>
          </a:p>
          <a:p>
            <a:pPr marL="171450" indent="-171450">
              <a:buFontTx/>
              <a:buChar char="-"/>
              <a:defRPr/>
            </a:pPr>
            <a:endParaRPr lang="pt-BR">
              <a:cs typeface="+mn-lt"/>
            </a:endParaRPr>
          </a:p>
          <a:p>
            <a:pPr marL="171450" indent="-171450">
              <a:buFontTx/>
              <a:buChar char="-"/>
              <a:defRPr/>
            </a:pPr>
            <a:r>
              <a:rPr lang="pt-BR">
                <a:cs typeface="+mn-lt"/>
              </a:rPr>
              <a:t>26/10 VIVI – na cabine </a:t>
            </a:r>
            <a:r>
              <a:rPr lang="pt-BR" err="1">
                <a:cs typeface="+mn-lt"/>
              </a:rPr>
              <a:t>by</a:t>
            </a:r>
            <a:r>
              <a:rPr lang="pt-BR">
                <a:cs typeface="+mn-lt"/>
              </a:rPr>
              <a:t> não vem lapela, somente MD, e COTSP falou que não tem MIC BY por direct</a:t>
            </a:r>
          </a:p>
          <a:p>
            <a:pPr marL="171450" indent="-171450">
              <a:buFontTx/>
              <a:buChar char="-"/>
              <a:defRPr/>
            </a:pPr>
            <a:endParaRPr lang="pt-BR">
              <a:cs typeface="+mn-lt"/>
            </a:endParaRPr>
          </a:p>
          <a:p>
            <a:pPr marL="171450" indent="-171450">
              <a:buFontTx/>
              <a:buChar char="-"/>
              <a:defRPr/>
            </a:pPr>
            <a:r>
              <a:rPr lang="pt-BR">
                <a:cs typeface="+mn-lt"/>
              </a:rPr>
              <a:t>A saída analógica do MIC MD é entregue na cabine BY mixado no CH1/ch2</a:t>
            </a: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pt-BR"/>
            </a:b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960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</a:t>
            </a:r>
            <a:r>
              <a:rPr lang="pt-BR" err="1"/>
              <a:t>Partyline</a:t>
            </a:r>
            <a:r>
              <a:rPr lang="pt-BR"/>
              <a:t> +CRD SP é necessário? - </a:t>
            </a:r>
            <a:r>
              <a:rPr lang="pt-BR" err="1"/>
              <a:t>Direct</a:t>
            </a:r>
            <a:r>
              <a:rPr lang="pt-BR"/>
              <a:t> seria mais efetivo.</a:t>
            </a:r>
            <a:br>
              <a:rPr lang="pt-BR"/>
            </a:br>
            <a:r>
              <a:rPr lang="pt-BR"/>
              <a:t>- </a:t>
            </a:r>
          </a:p>
          <a:p>
            <a:r>
              <a:rPr lang="pt-BR"/>
              <a:t> confirmar canalização </a:t>
            </a:r>
            <a:r>
              <a:rPr lang="pt-BR" err="1"/>
              <a:t>pgm</a:t>
            </a:r>
            <a:r>
              <a:rPr lang="pt-BR"/>
              <a:t> BY</a:t>
            </a:r>
          </a:p>
          <a:p>
            <a:endParaRPr lang="pt-BR"/>
          </a:p>
          <a:p>
            <a:r>
              <a:rPr lang="pt-BR"/>
              <a:t>Não usa </a:t>
            </a:r>
            <a:r>
              <a:rPr lang="pt-BR" err="1"/>
              <a:t>Partyline</a:t>
            </a:r>
            <a:r>
              <a:rPr lang="pt-BR"/>
              <a:t> de coordenação, se precisar falar com algum </a:t>
            </a:r>
            <a:r>
              <a:rPr lang="pt-BR" err="1"/>
              <a:t>coord</a:t>
            </a: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2621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05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60C4-EBBE-9A4A-E32C-0A6A7432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8A78A8-BF77-62C4-6B16-9FE758465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FB5B7D-661C-260E-1A43-6328DB67D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r>
              <a:rPr lang="pt-BR"/>
              <a:t>-    Cabine BY é mesma saída da TIT? – Dúvida para tirar com BHE.</a:t>
            </a:r>
            <a:br>
              <a:rPr lang="pt-BR">
                <a:cs typeface="+mn-lt"/>
              </a:rPr>
            </a:br>
            <a:r>
              <a:rPr lang="pt-BR"/>
              <a:t>-    Confirmar canalização cabine</a:t>
            </a:r>
          </a:p>
          <a:p>
            <a:pPr marL="171450" indent="-171450">
              <a:buFont typeface="Calibri"/>
              <a:buChar char="-"/>
            </a:pPr>
            <a:r>
              <a:rPr lang="pt-BR"/>
              <a:t>Entender a real necessidade do </a:t>
            </a:r>
            <a:r>
              <a:rPr lang="pt-BR" err="1"/>
              <a:t>access</a:t>
            </a:r>
            <a:r>
              <a:rPr lang="pt-BR"/>
              <a:t>, visto que não temos a mesma facilidade com outros SITES.</a:t>
            </a:r>
            <a:endParaRPr lang="pt-BR">
              <a:cs typeface="+mn-lt"/>
            </a:endParaRPr>
          </a:p>
          <a:p>
            <a:pPr marL="171450" indent="-171450">
              <a:buFont typeface="Calibri"/>
              <a:buChar char="-"/>
            </a:pPr>
            <a:r>
              <a:rPr lang="pt-BR"/>
              <a:t>CAMERA E ASSISTENTE É A MESMA COMUNICAÇÃO? OU TEM DUAS?</a:t>
            </a:r>
          </a:p>
          <a:p>
            <a:pPr marL="171450" indent="-171450">
              <a:buFont typeface="Calibri"/>
              <a:buChar char="-"/>
            </a:pPr>
            <a:r>
              <a:rPr lang="pt-BR"/>
              <a:t>Fixar um direct pra </a:t>
            </a:r>
            <a:r>
              <a:rPr lang="pt-BR" err="1"/>
              <a:t>minus</a:t>
            </a:r>
            <a:r>
              <a:rPr lang="pt-BR"/>
              <a:t>/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?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D58E94-CA9F-D9B3-4671-622238F4A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0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7367-731B-305B-C8D4-6E065669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83FC0A-0FAF-F05A-1A1B-5895ACB1F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5382E3D-E553-A414-7117-224CCE811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r>
              <a:rPr lang="pt-BR"/>
              <a:t>- </a:t>
            </a:r>
            <a:r>
              <a:rPr lang="pt-BR">
                <a:solidFill>
                  <a:srgbClr val="FF0000"/>
                </a:solidFill>
              </a:rPr>
              <a:t>não receber câmeras diferentes por vias diferentes.</a:t>
            </a:r>
            <a:br>
              <a:rPr lang="pt-BR">
                <a:cs typeface="+mn-lt"/>
              </a:rPr>
            </a:br>
            <a:r>
              <a:rPr lang="pt-BR"/>
              <a:t>- Cabine BY é mesma saída da TIT? – Dúvida para tirar com BHE.</a:t>
            </a:r>
            <a:br>
              <a:rPr lang="pt-BR"/>
            </a:br>
            <a:r>
              <a:rPr lang="pt-BR"/>
              <a:t>- Confirmar canalização cabine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pt-BR"/>
              <a:t>Entender a real necessidade do </a:t>
            </a:r>
            <a:r>
              <a:rPr lang="pt-BR" err="1"/>
              <a:t>access</a:t>
            </a:r>
            <a:r>
              <a:rPr lang="pt-BR"/>
              <a:t>, visto que não temos a mesma facilidade com outros SITES.</a:t>
            </a:r>
            <a:endParaRPr lang="pt-BR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pt-BR"/>
              <a:t>CAMERA/ASSISTENTE/AUDIO É A MESMA COMUNICAÇÃO? OU TEM TRÊS?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pt-BR"/>
              <a:t>Fixar um direct pra </a:t>
            </a:r>
            <a:r>
              <a:rPr lang="pt-BR" err="1"/>
              <a:t>minus</a:t>
            </a:r>
            <a:r>
              <a:rPr lang="pt-BR"/>
              <a:t>/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?</a:t>
            </a:r>
            <a:endParaRPr lang="en-US">
              <a:solidFill>
                <a:srgbClr val="444444"/>
              </a:solidFill>
            </a:endParaRP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pPr marL="171450" indent="-171450">
              <a:buFontTx/>
              <a:buChar char="-"/>
            </a:pP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ANALISE DE DESEMPENHO(02/11) VIVI</a:t>
            </a:r>
          </a:p>
          <a:p>
            <a:pPr marL="171450" indent="-171450">
              <a:buFontTx/>
              <a:buChar char="-"/>
            </a:pPr>
            <a:r>
              <a:rPr lang="pt-BR"/>
              <a:t>LAPELA TIT CH1/ BY CH2</a:t>
            </a:r>
          </a:p>
          <a:p>
            <a:pPr marL="171450" indent="-171450">
              <a:buFontTx/>
              <a:buChar char="-"/>
            </a:pP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MINUS</a:t>
            </a:r>
          </a:p>
          <a:p>
            <a:pPr marL="171450" indent="-171450">
              <a:buFontTx/>
              <a:buChar char="-"/>
            </a:pPr>
            <a:r>
              <a:rPr lang="pt-BR"/>
              <a:t>MIC BY</a:t>
            </a:r>
          </a:p>
          <a:p>
            <a:pPr marL="171450" indent="-171450">
              <a:buFontTx/>
              <a:buChar char="-"/>
            </a:pPr>
            <a:r>
              <a:rPr lang="pt-BR"/>
              <a:t>DTV CAM</a:t>
            </a:r>
          </a:p>
          <a:p>
            <a:pPr marL="171450" indent="-171450">
              <a:buFontTx/>
              <a:buChar char="-"/>
            </a:pP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VIDEO</a:t>
            </a:r>
          </a:p>
          <a:p>
            <a:pPr marL="171450" indent="-171450">
              <a:buFontTx/>
              <a:buChar char="-"/>
            </a:pPr>
            <a:r>
              <a:rPr lang="pt-BR"/>
              <a:t>TX</a:t>
            </a:r>
          </a:p>
          <a:p>
            <a:pPr marL="171450" indent="-171450">
              <a:buFontTx/>
              <a:buChar char="-"/>
            </a:pPr>
            <a:r>
              <a:rPr lang="pt-BR"/>
              <a:t>ME</a:t>
            </a:r>
          </a:p>
          <a:p>
            <a:pPr marL="171450" indent="-171450">
              <a:buFontTx/>
              <a:buChar char="-"/>
            </a:pPr>
            <a:r>
              <a:rPr lang="pt-BR"/>
              <a:t>CTL PROD</a:t>
            </a:r>
          </a:p>
          <a:p>
            <a:pPr marL="171450" indent="-171450">
              <a:buFontTx/>
              <a:buChar char="-"/>
            </a:pP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RX</a:t>
            </a:r>
          </a:p>
          <a:p>
            <a:pPr marL="171450" indent="-171450">
              <a:buFontTx/>
              <a:buChar char="-"/>
            </a:pPr>
            <a:r>
              <a:rPr lang="pt-BR"/>
              <a:t>CABINE</a:t>
            </a:r>
          </a:p>
          <a:p>
            <a:pPr marL="171450" indent="-171450">
              <a:buFontTx/>
              <a:buChar char="-"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5A5E17-0861-13A3-78B2-A523F2496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94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94B08-E0AE-B7FA-62E9-73E6D405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8AAF989-E66B-B569-1ABD-FC8D973D6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C9B4C7-A08E-7FE4-003A-C048E4EC8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r>
              <a:rPr lang="pt-BR"/>
              <a:t>- Confirmar canalização </a:t>
            </a:r>
            <a:r>
              <a:rPr lang="pt-BR" err="1"/>
              <a:t>PGMs</a:t>
            </a:r>
            <a:r>
              <a:rPr lang="pt-BR"/>
              <a:t>, entendendo a necessidade dos canais 7 e 8 que exigem que mutemos o sinal por aqui.</a:t>
            </a:r>
            <a:endParaRPr lang="pt-BR">
              <a:cs typeface="+mn-lt"/>
            </a:endParaRPr>
          </a:p>
          <a:p>
            <a:pPr marL="171450" indent="-171450">
              <a:buFontTx/>
              <a:buChar char="-"/>
            </a:pPr>
            <a:r>
              <a:rPr lang="pt-BR"/>
              <a:t>Propor </a:t>
            </a:r>
            <a:r>
              <a:rPr lang="pt-BR" err="1"/>
              <a:t>tit</a:t>
            </a:r>
            <a:r>
              <a:rPr lang="pt-BR"/>
              <a:t> e </a:t>
            </a:r>
            <a:r>
              <a:rPr lang="pt-BR" err="1"/>
              <a:t>by</a:t>
            </a:r>
            <a:r>
              <a:rPr lang="pt-BR"/>
              <a:t> via metro e </a:t>
            </a:r>
            <a:r>
              <a:rPr lang="pt-BR" err="1"/>
              <a:t>dr</a:t>
            </a:r>
            <a:r>
              <a:rPr lang="pt-BR"/>
              <a:t> via </a:t>
            </a:r>
            <a:r>
              <a:rPr lang="pt-BR" err="1"/>
              <a:t>tvu</a:t>
            </a:r>
            <a:r>
              <a:rPr lang="pt-BR"/>
              <a:t>.</a:t>
            </a:r>
          </a:p>
          <a:p>
            <a:pPr marL="0" indent="0">
              <a:buFontTx/>
              <a:buNone/>
            </a:pPr>
            <a:endParaRPr lang="pt-BR"/>
          </a:p>
          <a:p>
            <a:pPr marL="0" indent="0">
              <a:buFontTx/>
              <a:buNone/>
            </a:pPr>
            <a:endParaRPr lang="pt-BR"/>
          </a:p>
          <a:p>
            <a:pPr marL="0" indent="0">
              <a:buFontTx/>
              <a:buNone/>
            </a:pPr>
            <a:r>
              <a:rPr lang="pt-BR"/>
              <a:t>Entender a limitação de BH em fechar comunicação por lá, visto que é total produção BHE.</a:t>
            </a:r>
          </a:p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3BE4F4-340C-0A08-4E9F-8EA725134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627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0E79-76AA-3918-84F1-319C313F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7731E4-BEC5-9AB2-7E22-7B2280F16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EF9670E-204B-6857-ED7E-F9AC3C4A9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5B0D66-8D95-7996-CF7E-9DB17495C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934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EBC0-849F-371D-EC16-17904673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84F22A-246F-8C5B-4AA3-9EC0177DC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AD598E-E528-668B-9B58-16D60938C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Recife tem condição de enviar cabine BY? Mesmo MUX por vias diferentes?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access</a:t>
            </a:r>
            <a:r>
              <a:rPr lang="pt-BR"/>
              <a:t>?</a:t>
            </a:r>
            <a:br>
              <a:rPr lang="pt-BR"/>
            </a:br>
            <a:r>
              <a:rPr lang="pt-BR"/>
              <a:t>- não receber câmeras diferentes por vias diferentes.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- Fixar um direct pra </a:t>
            </a:r>
            <a:r>
              <a:rPr lang="pt-BR" err="1"/>
              <a:t>minus</a:t>
            </a:r>
            <a:r>
              <a:rPr lang="pt-BR"/>
              <a:t>/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?</a:t>
            </a:r>
            <a:endParaRPr lang="en-US">
              <a:solidFill>
                <a:srgbClr val="444444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Mesmo caso de </a:t>
            </a:r>
            <a:r>
              <a:rPr lang="pt-BR" err="1"/>
              <a:t>bhe</a:t>
            </a:r>
            <a:r>
              <a:rPr lang="pt-BR"/>
              <a:t> – </a:t>
            </a:r>
            <a:r>
              <a:rPr lang="pt-BR" err="1"/>
              <a:t>ass</a:t>
            </a:r>
            <a:r>
              <a:rPr lang="pt-BR"/>
              <a:t> e </a:t>
            </a:r>
            <a:r>
              <a:rPr lang="pt-BR" err="1"/>
              <a:t>tvu</a:t>
            </a: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6C8C90-98EB-206D-E288-0D26E1DD6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664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EBC0-849F-371D-EC16-17904673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84F22A-246F-8C5B-4AA3-9EC0177DC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AD598E-E528-668B-9B58-16D60938C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Recife tem condição de enviar cabine BY? Mesmo MUX por vias diferentes?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access</a:t>
            </a:r>
            <a:r>
              <a:rPr lang="pt-BR"/>
              <a:t>?</a:t>
            </a:r>
            <a:br>
              <a:rPr lang="pt-BR"/>
            </a:br>
            <a:r>
              <a:rPr lang="pt-BR"/>
              <a:t>- não receber câmeras diferentes por vias diferentes.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- Fixar um direct pra </a:t>
            </a:r>
            <a:r>
              <a:rPr lang="pt-BR" err="1"/>
              <a:t>minus</a:t>
            </a:r>
            <a:r>
              <a:rPr lang="pt-BR"/>
              <a:t>/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?</a:t>
            </a:r>
            <a:endParaRPr lang="en-US">
              <a:solidFill>
                <a:srgbClr val="444444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Mesmo caso de </a:t>
            </a:r>
            <a:r>
              <a:rPr lang="pt-BR" err="1"/>
              <a:t>bhe</a:t>
            </a:r>
            <a:r>
              <a:rPr lang="pt-BR"/>
              <a:t> – </a:t>
            </a:r>
            <a:r>
              <a:rPr lang="pt-BR" err="1"/>
              <a:t>ass</a:t>
            </a:r>
            <a:r>
              <a:rPr lang="pt-BR"/>
              <a:t> e </a:t>
            </a:r>
            <a:r>
              <a:rPr lang="pt-BR" err="1"/>
              <a:t>tvu</a:t>
            </a: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6C8C90-98EB-206D-E288-0D26E1DD6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6195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3FA4-BE5B-832B-5B81-B0497DCF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942000-B323-52D6-2602-075274682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D42A0A-C21F-9732-5C99-3013C80C7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Esse tipo de entrega existe? É usual para entregas fechada ou somente aberta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- </a:t>
            </a:r>
            <a:r>
              <a:rPr lang="pt-BR" err="1"/>
              <a:t>Tit</a:t>
            </a:r>
            <a:r>
              <a:rPr lang="pt-BR"/>
              <a:t>, </a:t>
            </a:r>
            <a:r>
              <a:rPr lang="pt-BR" err="1"/>
              <a:t>by</a:t>
            </a:r>
            <a:r>
              <a:rPr lang="pt-BR"/>
              <a:t> e </a:t>
            </a:r>
            <a:r>
              <a:rPr lang="pt-BR" err="1"/>
              <a:t>dr</a:t>
            </a:r>
            <a:r>
              <a:rPr lang="pt-BR"/>
              <a:t> é possível? Se for seria ideal.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B2695C-1EBA-1ABE-6D0E-7BBB3F957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48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4FA1-5209-7E86-8B8D-1C735E63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49D1EDC-4E1F-D3FE-FD4E-715C4701C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E1CF5A-7344-B7EA-7D98-C71160BE2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</a:t>
            </a:r>
            <a:r>
              <a:rPr lang="pt-BR" err="1"/>
              <a:t>Camera</a:t>
            </a:r>
            <a:r>
              <a:rPr lang="pt-BR"/>
              <a:t> DR?</a:t>
            </a:r>
            <a:br>
              <a:rPr lang="pt-BR"/>
            </a:br>
            <a:r>
              <a:rPr lang="pt-BR"/>
              <a:t>- Entregas DR, toda narração em cima da </a:t>
            </a:r>
            <a:r>
              <a:rPr lang="pt-BR" err="1"/>
              <a:t>lawo</a:t>
            </a:r>
            <a:r>
              <a:rPr lang="pt-BR"/>
              <a:t>.</a:t>
            </a:r>
            <a:br>
              <a:rPr lang="pt-BR"/>
            </a:br>
            <a:r>
              <a:rPr lang="pt-BR"/>
              <a:t>- Extinção </a:t>
            </a:r>
            <a:r>
              <a:rPr lang="pt-BR" err="1"/>
              <a:t>partylines</a:t>
            </a:r>
            <a:r>
              <a:rPr lang="pt-BR"/>
              <a:t> GE</a:t>
            </a:r>
            <a:br>
              <a:rPr lang="pt-BR"/>
            </a:br>
            <a:endParaRPr lang="pt-BR"/>
          </a:p>
          <a:p>
            <a:endParaRPr lang="pt-BR"/>
          </a:p>
          <a:p>
            <a:r>
              <a:rPr lang="pt-BR"/>
              <a:t>-Alinhar câmera </a:t>
            </a:r>
            <a:r>
              <a:rPr lang="pt-BR" err="1"/>
              <a:t>dr</a:t>
            </a:r>
            <a:r>
              <a:rPr lang="pt-BR"/>
              <a:t> e desentupir via</a:t>
            </a:r>
          </a:p>
          <a:p>
            <a:r>
              <a:rPr lang="pt-BR"/>
              <a:t>-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941787-AA34-99CB-33FC-8F28AC6A4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020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B1F3-B3C9-E65B-E4C8-0F1C16CD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474627-52FC-34C7-FF59-5886B3CFA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274ADB9-1B3C-CDD6-8215-7A11A5ECA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SEM GRAFISMO E COM SINERGIA</a:t>
            </a:r>
          </a:p>
          <a:p>
            <a:r>
              <a:rPr lang="pt-BR"/>
              <a:t>Receber FILL e KEY e entregar no controle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B6AE55-2069-F3D2-C126-D029FECF9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561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SEM GRAFISMO E COM SINERGIA</a:t>
            </a:r>
          </a:p>
          <a:p>
            <a:r>
              <a:rPr lang="pt-BR"/>
              <a:t>Receber FILL e KEY e entregar no controle</a:t>
            </a:r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31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45177-FDC7-A223-AF0F-DE506E2C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559996-5B3A-D8A3-FDBF-DC6E05047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727CC8-9972-D82C-79CE-4B33E756C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/>
              <a:t>Acrescentar entrega </a:t>
            </a:r>
            <a:r>
              <a:rPr lang="pt-BR" err="1"/>
              <a:t>pgm</a:t>
            </a:r>
            <a:r>
              <a:rPr lang="pt-BR"/>
              <a:t> com via DR.</a:t>
            </a:r>
          </a:p>
          <a:p>
            <a:pPr marL="171450" indent="-171450">
              <a:buFontTx/>
              <a:buChar char="-"/>
            </a:pPr>
            <a:r>
              <a:rPr lang="pt-BR"/>
              <a:t>Rever </a:t>
            </a:r>
            <a:r>
              <a:rPr lang="pt-BR" err="1"/>
              <a:t>partylines</a:t>
            </a: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Mudar 2 diretos </a:t>
            </a:r>
            <a:r>
              <a:rPr lang="pt-BR" err="1"/>
              <a:t>by</a:t>
            </a: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-mudar nomes </a:t>
            </a:r>
            <a:r>
              <a:rPr lang="pt-BR" err="1"/>
              <a:t>pr</a:t>
            </a:r>
            <a:r>
              <a:rPr lang="pt-BR"/>
              <a:t> </a:t>
            </a:r>
            <a:r>
              <a:rPr lang="pt-BR" err="1"/>
              <a:t>tx</a:t>
            </a:r>
            <a:endParaRPr lang="pt-BR"/>
          </a:p>
          <a:p>
            <a:pPr marL="171450" indent="-171450">
              <a:buFontTx/>
              <a:buChar char="-"/>
            </a:pPr>
            <a:r>
              <a:rPr lang="pt-BR" err="1"/>
              <a:t>Pgm</a:t>
            </a:r>
            <a:r>
              <a:rPr lang="pt-BR"/>
              <a:t> limpo entender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884B92-C752-9F1A-D18B-30AC49CE4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549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DB79-7648-3D3A-B1B5-6FEDA4BA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859248-3010-CC8D-177C-D8326BE87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4BE6DE-5208-75C0-9F4B-C0EFD95FD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9FE977-5EDD-7330-D6B2-6FDCFA9A0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659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19AB-2E7F-36D6-3A7A-70B2DFE5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389B57-738B-6D5B-49A8-7542A7945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50CA79-8132-838A-C424-7FC8EA320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0305B9-988D-18A1-98C9-3977AE394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801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7EE59-9115-3999-9A37-67E30D0D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D53338-7F56-165A-24A3-57CB77E79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F892EC-CE2A-6957-C896-6975A2037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A47DF1-A628-021C-8A6E-804713D11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661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99B68-1BF8-0481-2006-F4280A9F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359D7EA-C663-91FF-0CFC-4CEEA7A38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DA324E-5D52-A591-5D6C-BF5A68030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1356C0-3D01-6FF3-FF96-43D63449A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989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4FA1-5209-7E86-8B8D-1C735E63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49D1EDC-4E1F-D3FE-FD4E-715C4701C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E1CF5A-7344-B7EA-7D98-C71160BE2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  <a:p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941787-AA34-99CB-33FC-8F28AC6A4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8068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Editor ficava </a:t>
            </a:r>
            <a:r>
              <a:rPr lang="pt-BR" err="1"/>
              <a:t>dtv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err="1"/>
              <a:t>Coord</a:t>
            </a:r>
            <a:r>
              <a:rPr lang="pt-BR"/>
              <a:t> dentro do </a:t>
            </a:r>
            <a:r>
              <a:rPr lang="pt-BR" err="1"/>
              <a:t>estudio</a:t>
            </a:r>
            <a:r>
              <a:rPr lang="pt-BR"/>
              <a:t> , não utiliza mais o </a:t>
            </a:r>
            <a:r>
              <a:rPr lang="pt-BR" err="1"/>
              <a:t>partyline</a:t>
            </a:r>
            <a:endParaRPr lang="pt-BR"/>
          </a:p>
          <a:p>
            <a:endParaRPr lang="pt-BR"/>
          </a:p>
          <a:p>
            <a:endParaRPr lang="pt-BR"/>
          </a:p>
          <a:p>
            <a:r>
              <a:rPr lang="pt-BR"/>
              <a:t>Cabine </a:t>
            </a:r>
          </a:p>
          <a:p>
            <a:r>
              <a:rPr lang="pt-BR"/>
              <a:t>Sem 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 porque a via analógica é canalizada para a cabine </a:t>
            </a:r>
            <a:r>
              <a:rPr lang="pt-BR" err="1"/>
              <a:t>by</a:t>
            </a:r>
            <a:r>
              <a:rPr lang="pt-BR"/>
              <a:t>, que chega mixado nos canais 1/2</a:t>
            </a:r>
          </a:p>
          <a:p>
            <a:r>
              <a:rPr lang="pt-BR" err="1"/>
              <a:t>Proc</a:t>
            </a:r>
            <a:r>
              <a:rPr lang="pt-BR"/>
              <a:t> com áudio em analógico que enviado 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r>
              <a:rPr lang="pt-BR" err="1"/>
              <a:t>Tit</a:t>
            </a:r>
            <a:r>
              <a:rPr lang="pt-BR"/>
              <a:t> </a:t>
            </a:r>
            <a:r>
              <a:rPr lang="pt-BR" err="1"/>
              <a:t>prod</a:t>
            </a:r>
            <a:r>
              <a:rPr lang="pt-BR"/>
              <a:t> com áudio mix </a:t>
            </a:r>
            <a:r>
              <a:rPr lang="pt-BR" err="1"/>
              <a:t>prod</a:t>
            </a:r>
            <a:endParaRPr lang="pt-BR"/>
          </a:p>
          <a:p>
            <a:endParaRPr lang="pt-BR"/>
          </a:p>
          <a:p>
            <a:r>
              <a:rPr lang="pt-BR" err="1"/>
              <a:t>Prod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 mix </a:t>
            </a:r>
            <a:r>
              <a:rPr lang="pt-BR" err="1"/>
              <a:t>prod</a:t>
            </a:r>
            <a:r>
              <a:rPr lang="pt-BR"/>
              <a:t> </a:t>
            </a:r>
          </a:p>
          <a:p>
            <a:endParaRPr lang="pt-BR"/>
          </a:p>
          <a:p>
            <a:r>
              <a:rPr lang="pt-BR"/>
              <a:t>Limpo </a:t>
            </a:r>
          </a:p>
          <a:p>
            <a:r>
              <a:rPr lang="pt-BR"/>
              <a:t>Limpo sem sono 1 voz 1 </a:t>
            </a:r>
            <a:r>
              <a:rPr lang="pt-BR" err="1"/>
              <a:t>amb</a:t>
            </a:r>
            <a:r>
              <a:rPr lang="pt-BR"/>
              <a:t> 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 TX </a:t>
            </a:r>
            <a:r>
              <a:rPr lang="pt-BR" err="1"/>
              <a:t>Bsa</a:t>
            </a:r>
            <a:r>
              <a:rPr lang="pt-BR"/>
              <a:t>, </a:t>
            </a:r>
            <a:r>
              <a:rPr lang="pt-BR" err="1"/>
              <a:t>eg</a:t>
            </a:r>
            <a:r>
              <a:rPr lang="pt-BR"/>
              <a:t> 3; </a:t>
            </a:r>
            <a:r>
              <a:rPr lang="pt-BR" err="1"/>
              <a:t>jb</a:t>
            </a:r>
            <a:r>
              <a:rPr lang="pt-BR"/>
              <a:t> 3; </a:t>
            </a:r>
            <a:r>
              <a:rPr lang="pt-BR" err="1"/>
              <a:t>bhe</a:t>
            </a:r>
            <a:r>
              <a:rPr lang="pt-BR"/>
              <a:t>; </a:t>
            </a:r>
            <a:r>
              <a:rPr lang="pt-BR" err="1"/>
              <a:t>Rce</a:t>
            </a:r>
            <a:r>
              <a:rPr lang="pt-BR"/>
              <a:t>; 6 JB</a:t>
            </a:r>
          </a:p>
          <a:p>
            <a:r>
              <a:rPr lang="pt-BR" err="1"/>
              <a:t>Rx</a:t>
            </a:r>
            <a:r>
              <a:rPr lang="pt-BR"/>
              <a:t> </a:t>
            </a:r>
            <a:r>
              <a:rPr lang="pt-BR" err="1"/>
              <a:t>bhe</a:t>
            </a:r>
            <a:r>
              <a:rPr lang="pt-BR"/>
              <a:t>; </a:t>
            </a:r>
            <a:r>
              <a:rPr lang="pt-BR" err="1"/>
              <a:t>bsa</a:t>
            </a:r>
            <a:r>
              <a:rPr lang="pt-BR"/>
              <a:t>/JB,RCE; 4 JB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4343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E628C-1D7C-AD98-4EF7-1D45572D3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C7D29E-6A9A-8DA9-38A6-0C78CDF56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7E159-74C3-EBCD-6535-6FE85DE7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0743BE-0CFB-A588-93FA-963A63196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58577B-1A36-C93F-0A58-DF6B59B1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08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06779-11F9-5D4A-B4C1-4A9C9084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84C501-19F1-5A8D-1DB7-6ACFB78B4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FB3E9E-08DA-7AA6-0444-46B415B6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5B949F-CBE4-B855-F953-4F9AFBC3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46420E-9ADD-9D03-0C5D-3514EAB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21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9D78B-EF42-6A05-2A66-AEA5E98D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ECEE07-8F1E-2919-14E4-EB0C96DA1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FF3576-A98B-1A48-EC62-77A417AE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92F74C-A0E5-108A-E8EA-31AA540D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E30A78-D856-50E4-0F8D-1B752069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189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EAA62-98CB-2A53-A139-ACCCFD0B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D2EB1E-4B91-6147-9816-9DCA4DBAA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99947B-DB31-C73C-87EF-1CCC7F4A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850FCD-D862-EAA1-4C1F-8F7D8ED66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98F196-300B-334E-0E51-8A313253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FF19CF-6E4B-EADE-8238-63C2F3357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095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3FBB6-25F2-A327-5E7A-DE564CDD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B16E57-12A6-8778-4AA9-DEC9F8CCA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D79F62-3EA2-64DA-27F7-8920B7643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8B22770-DE56-7D25-E4EC-D9C43223E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E814C9-573A-64C2-6C60-EBD9B6DDE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141074-0AB0-5144-C7E2-C46B67D4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925BCBE-102C-4CA0-2A12-1249FAF2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2609C8-6AE7-6483-E3F0-C6C349CF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38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6AB8D-A257-7636-C906-20DDF730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2E5BD0-D172-98CB-39DE-4737ED3B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0BF5D8-3A47-0224-A248-C94B88EA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6DF45F-BDBC-7427-505E-96AD5B14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15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59E1BEE-86D4-5E9F-0720-1AF1FBBE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F8AF33-34C0-CA92-90A2-65BEC21B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4A324B-FEDE-F07F-B80F-1B1181F4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34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29DFF-A96E-4338-CA55-2BBE9C8C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54BF34-493F-A22F-34EC-35ADE28E6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42B25B-8D03-DBF6-D88F-DABEBCB11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74392D-D288-111B-DC9E-C0DDF1E0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0359C5-F3E3-4309-2304-3F33EF42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8EE537-394A-CA4B-95A4-B03985523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62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B3D98-E435-7E66-B8F0-7274F6C7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56BD53-2E03-343B-4508-3BDFF5EAA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B6E235-9676-750E-DB5B-4CE276F18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23AB44-72A1-79B3-7AF3-E3A0A896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9A2756-54EF-AE7A-F3F0-7E6AFDE3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91C835-74A1-2FE4-D0FD-CEC854EE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02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00E8B-3364-04A1-5D4D-47EF5B4D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06BCE9-1045-D252-B7C5-ADEB5BBF4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020331-2F9D-246F-102C-DB5D4CC7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071D2A-A5C3-2984-4599-19F35F5C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54480D-763C-5AB1-D76A-672DFCDE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52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9A0C29-2430-C70C-7FC4-D658E7BED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FE7773-F23A-1D8E-115D-E7A896B19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726E9-5A7B-22E3-5CB6-356D8A6B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793A06-8B64-2A33-385C-BB4AFA32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749EFB-A9D9-7391-112B-6BDD1AA1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368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3269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111" name="Text 19"/>
          <p:cNvSpPr txBox="1">
            <a:spLocks noGrp="1"/>
          </p:cNvSpPr>
          <p:nvPr>
            <p:ph type="body" sz="quarter" idx="21"/>
          </p:nvPr>
        </p:nvSpPr>
        <p:spPr>
          <a:xfrm>
            <a:off x="4679950" y="6598742"/>
            <a:ext cx="2863850" cy="1366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2" name="Text 20"/>
          <p:cNvSpPr txBox="1">
            <a:spLocks noGrp="1"/>
          </p:cNvSpPr>
          <p:nvPr>
            <p:ph type="body" sz="quarter" idx="22"/>
          </p:nvPr>
        </p:nvSpPr>
        <p:spPr>
          <a:xfrm>
            <a:off x="7677150" y="6598742"/>
            <a:ext cx="2534285" cy="1366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3" name="Text 21"/>
          <p:cNvSpPr txBox="1">
            <a:spLocks noGrp="1"/>
          </p:cNvSpPr>
          <p:nvPr>
            <p:ph type="body" sz="quarter" idx="23"/>
          </p:nvPr>
        </p:nvSpPr>
        <p:spPr>
          <a:xfrm>
            <a:off x="10344784" y="6598742"/>
            <a:ext cx="837566" cy="41876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4" name="Text 22"/>
          <p:cNvSpPr txBox="1">
            <a:spLocks noGrp="1"/>
          </p:cNvSpPr>
          <p:nvPr>
            <p:ph type="body" sz="quarter" idx="24"/>
          </p:nvPr>
        </p:nvSpPr>
        <p:spPr>
          <a:xfrm>
            <a:off x="11315700" y="6598742"/>
            <a:ext cx="685800" cy="5598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5" name="TeoriaDeAnimacao_Globo_2311.mp4"/>
          <p:cNvSpPr>
            <a:spLocks noGrp="1"/>
          </p:cNvSpPr>
          <p:nvPr>
            <p:ph type="media" idx="2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rIns="91439"/>
          <a:lstStyle/>
          <a:p>
            <a:r>
              <a:rPr lang="pt-BR"/>
              <a:t>Clique no ícone para adicionar mídia</a:t>
            </a:r>
            <a:endParaRPr/>
          </a:p>
        </p:txBody>
      </p:sp>
      <p:sp>
        <p:nvSpPr>
          <p:cNvPr id="1116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11656907" y="318197"/>
            <a:ext cx="2844801" cy="155054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1338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494BDD-3BC2-85AE-48BF-5328EC37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08BBBD-3302-6AE9-16CA-11E53F5BB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B46ED0-58E3-B4E6-B304-0EC4FDFB4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455C0-73FE-4596-9088-4F3730CF70EA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00B7C6-485B-626F-CF73-EB5C05EC0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65B2E6-E8DB-D2B0-C8A8-1465B074D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5BE7F-A5C0-4888-A628-DA29AD40A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24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 6 SP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sp>
        <p:nvSpPr>
          <p:cNvPr id="166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3850812" y="2606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74" name="Conector de seta reta 173"/>
          <p:cNvCxnSpPr/>
          <p:nvPr/>
        </p:nvCxnSpPr>
        <p:spPr>
          <a:xfrm flipH="1">
            <a:off x="1717212" y="27126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de seta reta 177"/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/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  <a:endParaRPr lang="pt-BR" sz="500">
              <a:solidFill>
                <a:schemeClr val="tx1"/>
              </a:solidFill>
            </a:endParaRP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261" name="Conector de seta reta 260"/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/>
          <p:cNvCxnSpPr>
            <a:stCxn id="264" idx="1"/>
            <a:endCxn id="259" idx="5"/>
          </p:cNvCxnSpPr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579478" y="21320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/>
          <p:cNvCxnSpPr/>
          <p:nvPr/>
        </p:nvCxnSpPr>
        <p:spPr>
          <a:xfrm>
            <a:off x="6265275" y="161415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/>
          <p:nvPr/>
        </p:nvCxnSpPr>
        <p:spPr>
          <a:xfrm>
            <a:off x="6283875" y="192641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/>
          <p:nvPr/>
        </p:nvCxnSpPr>
        <p:spPr>
          <a:xfrm flipV="1">
            <a:off x="6283676" y="2238611"/>
            <a:ext cx="1368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304" name="Conector de seta reta 303"/>
          <p:cNvCxnSpPr/>
          <p:nvPr/>
        </p:nvCxnSpPr>
        <p:spPr>
          <a:xfrm>
            <a:off x="6283874" y="254780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/>
          <p:cNvCxnSpPr/>
          <p:nvPr/>
        </p:nvCxnSpPr>
        <p:spPr>
          <a:xfrm>
            <a:off x="6283875" y="286006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/>
          <p:cNvCxnSpPr/>
          <p:nvPr/>
        </p:nvCxnSpPr>
        <p:spPr>
          <a:xfrm flipH="1" flipV="1">
            <a:off x="549400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343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345" name="Conector de seta reta 344"/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ector de seta reta 345"/>
          <p:cNvCxnSpPr>
            <a:stCxn id="343" idx="3"/>
          </p:cNvCxnSpPr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de seta reta 346"/>
          <p:cNvCxnSpPr>
            <a:stCxn id="342" idx="3"/>
          </p:cNvCxnSpPr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612" y="517009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cxnSp>
        <p:nvCxnSpPr>
          <p:cNvPr id="350" name="Conector de seta reta 349"/>
          <p:cNvCxnSpPr>
            <a:stCxn id="349" idx="3"/>
          </p:cNvCxnSpPr>
          <p:nvPr/>
        </p:nvCxnSpPr>
        <p:spPr>
          <a:xfrm>
            <a:off x="6257648" y="5276667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/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9051" y="513207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9049" y="4829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52" name="Conector de seta reta 151"/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de seta reta 152"/>
          <p:cNvCxnSpPr>
            <a:stCxn id="150" idx="3"/>
          </p:cNvCxnSpPr>
          <p:nvPr/>
        </p:nvCxnSpPr>
        <p:spPr>
          <a:xfrm flipV="1">
            <a:off x="2433085" y="492639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/>
          <p:cNvCxnSpPr>
            <a:stCxn id="149" idx="3"/>
          </p:cNvCxnSpPr>
          <p:nvPr/>
        </p:nvCxnSpPr>
        <p:spPr>
          <a:xfrm flipV="1">
            <a:off x="2433085" y="523859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SP-1</a:t>
            </a:r>
          </a:p>
        </p:txBody>
      </p:sp>
      <p:sp>
        <p:nvSpPr>
          <p:cNvPr id="140" name="CaixaDeTexto 139"/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SP-2</a:t>
            </a:r>
          </a:p>
        </p:txBody>
      </p:sp>
      <p:sp>
        <p:nvSpPr>
          <p:cNvPr id="141" name="CaixaDeTexto 140"/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SP-3</a:t>
            </a:r>
          </a:p>
        </p:txBody>
      </p:sp>
      <p:sp>
        <p:nvSpPr>
          <p:cNvPr id="142" name="CaixaDeTexto 141"/>
          <p:cNvSpPr txBox="1"/>
          <p:nvPr/>
        </p:nvSpPr>
        <p:spPr>
          <a:xfrm>
            <a:off x="2646181" y="254287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3" name="CaixaDeTexto 142"/>
          <p:cNvSpPr txBox="1"/>
          <p:nvPr/>
        </p:nvSpPr>
        <p:spPr>
          <a:xfrm>
            <a:off x="2646181" y="285636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4" name="CaixaDeTexto 143"/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5" name="CaixaDeTexto 144"/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6" name="CaixaDeTexto 145"/>
          <p:cNvSpPr txBox="1"/>
          <p:nvPr/>
        </p:nvSpPr>
        <p:spPr>
          <a:xfrm>
            <a:off x="2441191" y="447716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7" name="CaixaDeTexto 146"/>
          <p:cNvSpPr txBox="1"/>
          <p:nvPr/>
        </p:nvSpPr>
        <p:spPr>
          <a:xfrm>
            <a:off x="2444874" y="476915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8" name="CaixaDeTexto 147"/>
          <p:cNvSpPr txBox="1"/>
          <p:nvPr/>
        </p:nvSpPr>
        <p:spPr>
          <a:xfrm>
            <a:off x="2441696" y="508683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57" name="CaixaDeTexto 156"/>
          <p:cNvSpPr txBox="1"/>
          <p:nvPr/>
        </p:nvSpPr>
        <p:spPr>
          <a:xfrm>
            <a:off x="3392095" y="585954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/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161" name="CaixaDeTexto 160"/>
          <p:cNvSpPr txBox="1"/>
          <p:nvPr/>
        </p:nvSpPr>
        <p:spPr>
          <a:xfrm>
            <a:off x="6475541" y="585156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163" name="CaixaDeTexto 162"/>
          <p:cNvSpPr txBox="1"/>
          <p:nvPr/>
        </p:nvSpPr>
        <p:spPr>
          <a:xfrm>
            <a:off x="6259341" y="450059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EVNT</a:t>
            </a:r>
          </a:p>
        </p:txBody>
      </p:sp>
      <p:sp>
        <p:nvSpPr>
          <p:cNvPr id="167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Câmeras 1,2 e 3 SP:</a:t>
            </a:r>
          </a:p>
        </p:txBody>
      </p:sp>
      <p:grpSp>
        <p:nvGrpSpPr>
          <p:cNvPr id="168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34852" y="4240031"/>
            <a:ext cx="1528312" cy="631838"/>
            <a:chOff x="3802360" y="667396"/>
            <a:chExt cx="1528312" cy="631838"/>
          </a:xfrm>
        </p:grpSpPr>
        <p:grpSp>
          <p:nvGrpSpPr>
            <p:cNvPr id="169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8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70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8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1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80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1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2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77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9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3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75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6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6" name="Conector de seta reta 5"/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/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</p:spTree>
    <p:extLst>
      <p:ext uri="{BB962C8B-B14F-4D97-AF65-F5344CB8AC3E}">
        <p14:creationId xmlns:p14="http://schemas.microsoft.com/office/powerpoint/2010/main" val="2339061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 CAB SP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1699" y="182390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1698" y="1511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6627" y="149398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sp>
        <p:nvSpPr>
          <p:cNvPr id="12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74879" y="149617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25733" y="161821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25734" y="193047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51577" y="324009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3851576" y="29278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78" name="Conector de seta reta 177"/>
          <p:cNvCxnSpPr/>
          <p:nvPr/>
        </p:nvCxnSpPr>
        <p:spPr>
          <a:xfrm flipH="1" flipV="1">
            <a:off x="1717974" y="3023510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/>
          <p:cNvCxnSpPr/>
          <p:nvPr/>
        </p:nvCxnSpPr>
        <p:spPr>
          <a:xfrm flipH="1" flipV="1">
            <a:off x="1717973" y="332649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1698" y="423429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strike="sngStrike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6627" y="4216636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261" name="Conector de seta reta 260"/>
          <p:cNvCxnSpPr>
            <a:stCxn id="258" idx="3"/>
          </p:cNvCxnSpPr>
          <p:nvPr/>
        </p:nvCxnSpPr>
        <p:spPr>
          <a:xfrm>
            <a:off x="2425733" y="4340871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3339" y="59172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/>
          <p:cNvCxnSpPr>
            <a:stCxn id="264" idx="1"/>
            <a:endCxn id="259" idx="5"/>
          </p:cNvCxnSpPr>
          <p:nvPr/>
        </p:nvCxnSpPr>
        <p:spPr>
          <a:xfrm flipH="1">
            <a:off x="1704444" y="6023874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43597" y="3795213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82250" y="1498034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78574" y="1496170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604177" y="214161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604175" y="182935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4174" y="15170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293" name="Conector de seta reta 292"/>
          <p:cNvCxnSpPr/>
          <p:nvPr/>
        </p:nvCxnSpPr>
        <p:spPr>
          <a:xfrm>
            <a:off x="6289974" y="162366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/>
          <p:nvPr/>
        </p:nvCxnSpPr>
        <p:spPr>
          <a:xfrm>
            <a:off x="6308574" y="193592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/>
          <p:nvPr/>
        </p:nvCxnSpPr>
        <p:spPr>
          <a:xfrm flipV="1">
            <a:off x="6308375" y="2248126"/>
            <a:ext cx="1368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4374" y="245074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cxnSp>
        <p:nvCxnSpPr>
          <p:cNvPr id="304" name="Conector de seta reta 303"/>
          <p:cNvCxnSpPr/>
          <p:nvPr/>
        </p:nvCxnSpPr>
        <p:spPr>
          <a:xfrm>
            <a:off x="6308573" y="255732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42323" y="180865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42322" y="14963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296358" y="1602972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296359" y="1915232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46422" y="990600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82250" y="4226895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604177" y="487047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+CAB SP</a:t>
            </a:r>
          </a:p>
        </p:txBody>
      </p:sp>
      <p:sp>
        <p:nvSpPr>
          <p:cNvPr id="343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604175" y="4558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4174" y="424595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strike="sngStrike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345" name="Conector de seta reta 344"/>
          <p:cNvCxnSpPr>
            <a:stCxn id="344" idx="3"/>
          </p:cNvCxnSpPr>
          <p:nvPr/>
        </p:nvCxnSpPr>
        <p:spPr>
          <a:xfrm>
            <a:off x="6258210" y="4352527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ector de seta reta 345"/>
          <p:cNvCxnSpPr>
            <a:stCxn id="343" idx="3"/>
          </p:cNvCxnSpPr>
          <p:nvPr/>
        </p:nvCxnSpPr>
        <p:spPr>
          <a:xfrm>
            <a:off x="6258211" y="4664787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de seta reta 346"/>
          <p:cNvCxnSpPr>
            <a:stCxn id="342" idx="3"/>
          </p:cNvCxnSpPr>
          <p:nvPr/>
        </p:nvCxnSpPr>
        <p:spPr>
          <a:xfrm flipV="1">
            <a:off x="6258212" y="4976987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80789" y="59172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/>
          <p:cNvCxnSpPr/>
          <p:nvPr/>
        </p:nvCxnSpPr>
        <p:spPr>
          <a:xfrm flipH="1" flipV="1">
            <a:off x="5486400" y="6019800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9811" y="48391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+CAB SP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9810" y="453672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52" name="Conector de seta reta 151"/>
          <p:cNvCxnSpPr/>
          <p:nvPr/>
        </p:nvCxnSpPr>
        <p:spPr>
          <a:xfrm flipV="1">
            <a:off x="2433846" y="4638036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de seta reta 152"/>
          <p:cNvCxnSpPr>
            <a:stCxn id="150" idx="3"/>
          </p:cNvCxnSpPr>
          <p:nvPr/>
        </p:nvCxnSpPr>
        <p:spPr>
          <a:xfrm flipV="1">
            <a:off x="2433847" y="4935905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74879" y="4211421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2438235" y="17330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485975" y="286687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9" name="CaixaDeTexto 118"/>
          <p:cNvSpPr txBox="1"/>
          <p:nvPr/>
        </p:nvSpPr>
        <p:spPr>
          <a:xfrm>
            <a:off x="3485975" y="31575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24" name="CaixaDeTexto 123"/>
          <p:cNvSpPr txBox="1"/>
          <p:nvPr/>
        </p:nvSpPr>
        <p:spPr>
          <a:xfrm>
            <a:off x="2441191" y="447716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25" name="CaixaDeTexto 124"/>
          <p:cNvSpPr txBox="1"/>
          <p:nvPr/>
        </p:nvSpPr>
        <p:spPr>
          <a:xfrm>
            <a:off x="2444874" y="476915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26" name="CaixaDeTexto 125"/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127" name="CaixaDeTexto 126"/>
          <p:cNvSpPr txBox="1"/>
          <p:nvPr/>
        </p:nvSpPr>
        <p:spPr>
          <a:xfrm>
            <a:off x="6259341" y="450059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EVNT</a:t>
            </a:r>
          </a:p>
        </p:txBody>
      </p:sp>
      <p:sp>
        <p:nvSpPr>
          <p:cNvPr id="128" name="CaixaDeTexto 127"/>
          <p:cNvSpPr txBox="1"/>
          <p:nvPr/>
        </p:nvSpPr>
        <p:spPr>
          <a:xfrm>
            <a:off x="3392095" y="585954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29" name="CaixaDeTexto 128"/>
          <p:cNvSpPr txBox="1"/>
          <p:nvPr/>
        </p:nvSpPr>
        <p:spPr>
          <a:xfrm>
            <a:off x="6475541" y="585156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grpSp>
        <p:nvGrpSpPr>
          <p:cNvPr id="130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131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4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32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42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3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3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40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4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5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60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17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201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14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5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6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02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12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3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03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10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1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04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08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9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05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06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7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00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217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218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31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2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3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19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29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0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0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27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8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1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2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2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23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4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34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23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308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34852" y="4156308"/>
            <a:ext cx="1639196" cy="715561"/>
            <a:chOff x="3802360" y="667396"/>
            <a:chExt cx="1528312" cy="631838"/>
          </a:xfrm>
        </p:grpSpPr>
        <p:grpSp>
          <p:nvGrpSpPr>
            <p:cNvPr id="309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2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9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+ MD NARRA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+ MD COMENTA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10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25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6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1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22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4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2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16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7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3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14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5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31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64107" y="469137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BY:</a:t>
            </a:r>
          </a:p>
        </p:txBody>
      </p:sp>
      <p:grpSp>
        <p:nvGrpSpPr>
          <p:cNvPr id="332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59136" y="4987258"/>
            <a:ext cx="1614912" cy="695394"/>
            <a:chOff x="3802360" y="667396"/>
            <a:chExt cx="1614912" cy="631838"/>
          </a:xfrm>
        </p:grpSpPr>
        <p:grpSp>
          <p:nvGrpSpPr>
            <p:cNvPr id="333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614912" cy="279616"/>
              <a:chOff x="3802360" y="667396"/>
              <a:chExt cx="1614912" cy="279616"/>
            </a:xfrm>
          </p:grpSpPr>
          <p:sp>
            <p:nvSpPr>
              <p:cNvPr id="35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614912" cy="18441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700">
                    <a:solidFill>
                      <a:srgbClr val="FF0000"/>
                    </a:solidFill>
                    <a:latin typeface="Globotipo Texto"/>
                  </a:rPr>
                  <a:t>CH 1 – MIX MD NARRA/ COMENTA</a:t>
                </a:r>
                <a:br>
                  <a:rPr lang="pt-BR" sz="700">
                    <a:latin typeface="Globotipo Texto" panose="00000500000000000000" pitchFamily="50" charset="0"/>
                  </a:rPr>
                </a:br>
                <a:r>
                  <a:rPr lang="pt-BR" sz="700">
                    <a:solidFill>
                      <a:srgbClr val="FF0000"/>
                    </a:solidFill>
                    <a:latin typeface="Globotipo Texto"/>
                  </a:rPr>
                  <a:t>CH 2 – MIX MD NARRA/ COMENTA</a:t>
                </a:r>
                <a:br>
                  <a:rPr lang="pt-BR" sz="700">
                    <a:latin typeface="Globotipo Texto" panose="00000500000000000000" pitchFamily="50" charset="0"/>
                  </a:rPr>
                </a:br>
                <a:r>
                  <a:rPr lang="pt-BR" sz="700">
                    <a:solidFill>
                      <a:srgbClr val="FF0000"/>
                    </a:solidFill>
                    <a:latin typeface="Globotipo Texto"/>
                  </a:rPr>
                  <a:t>CH 3 – </a:t>
                </a:r>
              </a:p>
              <a:p>
                <a:r>
                  <a:rPr lang="pt-BR" sz="700">
                    <a:solidFill>
                      <a:srgbClr val="FF0000"/>
                    </a:solidFill>
                    <a:latin typeface="Globotipo Texto"/>
                  </a:rPr>
                  <a:t>CH 4 –</a:t>
                </a:r>
              </a:p>
              <a:p>
                <a:endParaRPr lang="pt-BR" sz="7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34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51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5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4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6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40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8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7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38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9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5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42322" y="209946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359" name="Conector de seta reta 358"/>
          <p:cNvCxnSpPr>
            <a:stCxn id="358" idx="2"/>
          </p:cNvCxnSpPr>
          <p:nvPr/>
        </p:nvCxnSpPr>
        <p:spPr>
          <a:xfrm flipH="1">
            <a:off x="8960695" y="231261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CaixaDeTexto 359"/>
          <p:cNvSpPr txBox="1"/>
          <p:nvPr/>
        </p:nvSpPr>
        <p:spPr>
          <a:xfrm>
            <a:off x="8703698" y="26230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</p:spTree>
    <p:extLst>
      <p:ext uri="{BB962C8B-B14F-4D97-AF65-F5344CB8AC3E}">
        <p14:creationId xmlns:p14="http://schemas.microsoft.com/office/powerpoint/2010/main" val="356152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806327" y="216246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806325" y="185020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806324" y="153794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 6 SP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2 SP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SP </a:t>
            </a:r>
          </a:p>
        </p:txBody>
      </p:sp>
      <p:sp>
        <p:nvSpPr>
          <p:cNvPr id="12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60359" y="164452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60360" y="195678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stCxn id="15" idx="3"/>
          </p:cNvCxnSpPr>
          <p:nvPr/>
        </p:nvCxnSpPr>
        <p:spPr>
          <a:xfrm flipV="1">
            <a:off x="2460361" y="226898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82" name="Conector de seta reta 181"/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7954" y="43849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3479830" y="436727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SP </a:t>
            </a:r>
          </a:p>
        </p:txBody>
      </p:sp>
      <p:cxnSp>
        <p:nvCxnSpPr>
          <p:cNvPr id="261" name="Conector de seta reta 260"/>
          <p:cNvCxnSpPr>
            <a:stCxn id="258" idx="3"/>
          </p:cNvCxnSpPr>
          <p:nvPr/>
        </p:nvCxnSpPr>
        <p:spPr>
          <a:xfrm>
            <a:off x="5101989" y="4491513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78223" y="382151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SP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562603" y="21679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293" name="Conector de seta reta 292"/>
          <p:cNvCxnSpPr/>
          <p:nvPr/>
        </p:nvCxnSpPr>
        <p:spPr>
          <a:xfrm>
            <a:off x="6248400" y="164996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/>
          <p:nvPr/>
        </p:nvCxnSpPr>
        <p:spPr>
          <a:xfrm>
            <a:off x="6267000" y="196222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/>
          <p:nvPr/>
        </p:nvCxnSpPr>
        <p:spPr>
          <a:xfrm flipV="1">
            <a:off x="6266801" y="2274428"/>
            <a:ext cx="1368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62800" y="247704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 VIA DR</a:t>
            </a:r>
          </a:p>
        </p:txBody>
      </p:sp>
      <p:cxnSp>
        <p:nvCxnSpPr>
          <p:cNvPr id="304" name="Conector de seta reta 303"/>
          <p:cNvCxnSpPr/>
          <p:nvPr/>
        </p:nvCxnSpPr>
        <p:spPr>
          <a:xfrm>
            <a:off x="6266999" y="2583623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08" name="Conector de seta reta 307"/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2" y="183495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BY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53011" y="152269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TIT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307047" y="162927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307048" y="194153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81048" y="1016902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7953" y="4687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</a:t>
            </a:r>
          </a:p>
        </p:txBody>
      </p:sp>
      <p:cxnSp>
        <p:nvCxnSpPr>
          <p:cNvPr id="152" name="Conector de seta reta 151"/>
          <p:cNvCxnSpPr/>
          <p:nvPr/>
        </p:nvCxnSpPr>
        <p:spPr>
          <a:xfrm flipV="1">
            <a:off x="5110102" y="478867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6031935" y="4362063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4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6203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45" name="Conector de seta reta 144"/>
          <p:cNvCxnSpPr/>
          <p:nvPr/>
        </p:nvCxnSpPr>
        <p:spPr>
          <a:xfrm flipH="1" flipV="1">
            <a:off x="1752599" y="3068014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1" y="21501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VIA DR</a:t>
            </a:r>
          </a:p>
        </p:txBody>
      </p:sp>
      <p:cxnSp>
        <p:nvCxnSpPr>
          <p:cNvPr id="147" name="Conector de seta reta 146"/>
          <p:cNvCxnSpPr>
            <a:stCxn id="146" idx="3"/>
          </p:cNvCxnSpPr>
          <p:nvPr/>
        </p:nvCxnSpPr>
        <p:spPr>
          <a:xfrm>
            <a:off x="9307047" y="225673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76089" y="4369063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SP</a:t>
            </a:r>
          </a:p>
        </p:txBody>
      </p:sp>
      <p:sp>
        <p:nvSpPr>
          <p:cNvPr id="207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41482" y="438090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sp>
        <p:nvSpPr>
          <p:cNvPr id="20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49594" y="468333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</a:t>
            </a:r>
          </a:p>
        </p:txBody>
      </p:sp>
      <p:cxnSp>
        <p:nvCxnSpPr>
          <p:cNvPr id="4" name="Conector de seta reta 3"/>
          <p:cNvCxnSpPr/>
          <p:nvPr/>
        </p:nvCxnSpPr>
        <p:spPr>
          <a:xfrm flipH="1">
            <a:off x="1817830" y="4487483"/>
            <a:ext cx="900000" cy="3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H="1">
            <a:off x="1804630" y="4789914"/>
            <a:ext cx="900000" cy="10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308063" y="438751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1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6985030" y="4387512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cxnSp>
        <p:nvCxnSpPr>
          <p:cNvPr id="213" name="Conector de seta reta 212"/>
          <p:cNvCxnSpPr>
            <a:stCxn id="212" idx="3"/>
          </p:cNvCxnSpPr>
          <p:nvPr/>
        </p:nvCxnSpPr>
        <p:spPr>
          <a:xfrm>
            <a:off x="7633030" y="4494088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Retângulo: Cantos Arredondados 91">
            <a:extLst>
              <a:ext uri="{FF2B5EF4-FFF2-40B4-BE49-F238E27FC236}">
                <a16:creationId xmlns:a16="http://schemas.microsoft.com/office/drawing/2014/main" id="{1371C7A0-BA2C-2EEA-9A14-3937DA2573A4}"/>
              </a:ext>
            </a:extLst>
          </p:cNvPr>
          <p:cNvSpPr/>
          <p:nvPr/>
        </p:nvSpPr>
        <p:spPr>
          <a:xfrm>
            <a:off x="10569503" y="5749307"/>
            <a:ext cx="1669765" cy="407728"/>
          </a:xfrm>
          <a:prstGeom prst="round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1 – VOZ</a:t>
            </a:r>
            <a:b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</a:br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2 – AMBIENTE MONO</a:t>
            </a:r>
          </a:p>
          <a:p>
            <a:endParaRPr lang="pt-BR" sz="800" b="1">
              <a:solidFill>
                <a:schemeClr val="bg1">
                  <a:lumMod val="50000"/>
                </a:schemeClr>
              </a:solidFill>
              <a:latin typeface="Globotipo Texto" panose="00000500000000000000" pitchFamily="50" charset="0"/>
            </a:endParaRPr>
          </a:p>
        </p:txBody>
      </p:sp>
      <p:sp>
        <p:nvSpPr>
          <p:cNvPr id="111" name="CaixaDeTexto 110"/>
          <p:cNvSpPr txBox="1"/>
          <p:nvPr/>
        </p:nvSpPr>
        <p:spPr>
          <a:xfrm>
            <a:off x="6188587" y="148498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6186840" y="180722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6199114" y="211755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9" name="CaixaDeTexto 118"/>
          <p:cNvSpPr txBox="1"/>
          <p:nvPr/>
        </p:nvSpPr>
        <p:spPr>
          <a:xfrm>
            <a:off x="6198766" y="243423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NIMBRA DR LAWO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9291084" y="14585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24" name="CaixaDeTexto 123"/>
          <p:cNvSpPr txBox="1"/>
          <p:nvPr/>
        </p:nvSpPr>
        <p:spPr>
          <a:xfrm>
            <a:off x="9296400" y="178569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25" name="CaixaDeTexto 124"/>
          <p:cNvSpPr txBox="1"/>
          <p:nvPr/>
        </p:nvSpPr>
        <p:spPr>
          <a:xfrm>
            <a:off x="9291084" y="209361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26" name="CaixaDeTexto 125"/>
          <p:cNvSpPr txBox="1"/>
          <p:nvPr/>
        </p:nvSpPr>
        <p:spPr>
          <a:xfrm>
            <a:off x="5062904" y="43223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27" name="CaixaDeTexto 126"/>
          <p:cNvSpPr txBox="1"/>
          <p:nvPr/>
        </p:nvSpPr>
        <p:spPr>
          <a:xfrm>
            <a:off x="5062904" y="46422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28" name="CaixaDeTexto 127"/>
          <p:cNvSpPr txBox="1"/>
          <p:nvPr/>
        </p:nvSpPr>
        <p:spPr>
          <a:xfrm>
            <a:off x="6581837" y="322894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grpSp>
        <p:nvGrpSpPr>
          <p:cNvPr id="129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130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3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31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41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2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3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7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8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4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5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6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53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TIT:</a:t>
            </a:r>
          </a:p>
        </p:txBody>
      </p:sp>
      <p:grpSp>
        <p:nvGrpSpPr>
          <p:cNvPr id="154" name="Grupo 153"/>
          <p:cNvGrpSpPr/>
          <p:nvPr/>
        </p:nvGrpSpPr>
        <p:grpSpPr>
          <a:xfrm>
            <a:off x="10524182" y="4655564"/>
            <a:ext cx="1528312" cy="1014230"/>
            <a:chOff x="10671592" y="4802481"/>
            <a:chExt cx="1528312" cy="1014230"/>
          </a:xfrm>
        </p:grpSpPr>
        <p:grpSp>
          <p:nvGrpSpPr>
            <p:cNvPr id="157" name="Agrupar 12">
              <a:extLst>
                <a:ext uri="{FF2B5EF4-FFF2-40B4-BE49-F238E27FC236}">
                  <a16:creationId xmlns:a16="http://schemas.microsoft.com/office/drawing/2014/main" id="{A30DAEDC-F7EA-CA77-1637-6C2DBAC1F4D2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61" name="Agrupar 64">
                <a:extLst>
                  <a:ext uri="{FF2B5EF4-FFF2-40B4-BE49-F238E27FC236}">
                    <a16:creationId xmlns:a16="http://schemas.microsoft.com/office/drawing/2014/main" id="{7ADBF35F-39C5-B7F1-981A-3E62F85D8517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175" name="Retângulo: Cantos Arredondados 88">
                  <a:extLst>
                    <a:ext uri="{FF2B5EF4-FFF2-40B4-BE49-F238E27FC236}">
                      <a16:creationId xmlns:a16="http://schemas.microsoft.com/office/drawing/2014/main" id="{A727F88F-E75B-801A-31D1-32941909614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6" name="Retângulo: Cantos Arredondados 89">
                  <a:extLst>
                    <a:ext uri="{FF2B5EF4-FFF2-40B4-BE49-F238E27FC236}">
                      <a16:creationId xmlns:a16="http://schemas.microsoft.com/office/drawing/2014/main" id="{600A1A07-BFDE-58CE-EEC0-7329390AF7CA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7" name="Retângulo: Cantos Arredondados 91">
                  <a:extLst>
                    <a:ext uri="{FF2B5EF4-FFF2-40B4-BE49-F238E27FC236}">
                      <a16:creationId xmlns:a16="http://schemas.microsoft.com/office/drawing/2014/main" id="{1371C7A0-BA2C-2EEA-9A14-3937DA2573A4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62" name="Agrupar 68">
                <a:extLst>
                  <a:ext uri="{FF2B5EF4-FFF2-40B4-BE49-F238E27FC236}">
                    <a16:creationId xmlns:a16="http://schemas.microsoft.com/office/drawing/2014/main" id="{03F410AC-A000-0EBA-8202-41A05D475FD8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173" name="Retângulo: Cantos Arredondados 84">
                  <a:extLst>
                    <a:ext uri="{FF2B5EF4-FFF2-40B4-BE49-F238E27FC236}">
                      <a16:creationId xmlns:a16="http://schemas.microsoft.com/office/drawing/2014/main" id="{C20A0DBF-308C-FF40-4482-293DB5AC1694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4" name="Retângulo: Cantos Arredondados 85">
                  <a:extLst>
                    <a:ext uri="{FF2B5EF4-FFF2-40B4-BE49-F238E27FC236}">
                      <a16:creationId xmlns:a16="http://schemas.microsoft.com/office/drawing/2014/main" id="{94E72168-C95F-0624-27D2-83EF046414F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63" name="Agrupar 69">
                <a:extLst>
                  <a:ext uri="{FF2B5EF4-FFF2-40B4-BE49-F238E27FC236}">
                    <a16:creationId xmlns:a16="http://schemas.microsoft.com/office/drawing/2014/main" id="{B2E9B3F1-5D08-1F0D-B49A-14354EDFD7CD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171" name="Retângulo: Cantos Arredondados 80">
                  <a:extLst>
                    <a:ext uri="{FF2B5EF4-FFF2-40B4-BE49-F238E27FC236}">
                      <a16:creationId xmlns:a16="http://schemas.microsoft.com/office/drawing/2014/main" id="{0A0F6394-6659-1481-5044-B0096D291CAA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2" name="Retângulo: Cantos Arredondados 81">
                  <a:extLst>
                    <a:ext uri="{FF2B5EF4-FFF2-40B4-BE49-F238E27FC236}">
                      <a16:creationId xmlns:a16="http://schemas.microsoft.com/office/drawing/2014/main" id="{4B50E5F1-B7BD-6E2B-6C61-A49EDCFBD3F0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65" name="Agrupar 70">
                <a:extLst>
                  <a:ext uri="{FF2B5EF4-FFF2-40B4-BE49-F238E27FC236}">
                    <a16:creationId xmlns:a16="http://schemas.microsoft.com/office/drawing/2014/main" id="{D1F8A089-C7D6-E79C-3EF7-8C4EFB11668B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169" name="Retângulo: Cantos Arredondados 76">
                  <a:extLst>
                    <a:ext uri="{FF2B5EF4-FFF2-40B4-BE49-F238E27FC236}">
                      <a16:creationId xmlns:a16="http://schemas.microsoft.com/office/drawing/2014/main" id="{684A412C-6DC6-F4B7-F34B-CF3EEFD4626C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0" name="Retângulo: Cantos Arredondados 77">
                  <a:extLst>
                    <a:ext uri="{FF2B5EF4-FFF2-40B4-BE49-F238E27FC236}">
                      <a16:creationId xmlns:a16="http://schemas.microsoft.com/office/drawing/2014/main" id="{7510DDAD-2FBD-2595-946E-64E7C24567D2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66" name="Agrupar 71">
                <a:extLst>
                  <a:ext uri="{FF2B5EF4-FFF2-40B4-BE49-F238E27FC236}">
                    <a16:creationId xmlns:a16="http://schemas.microsoft.com/office/drawing/2014/main" id="{96B11C85-8E89-6B5C-046B-1BB2C0685270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167" name="Retângulo: Cantos Arredondados 72">
                  <a:extLst>
                    <a:ext uri="{FF2B5EF4-FFF2-40B4-BE49-F238E27FC236}">
                      <a16:creationId xmlns:a16="http://schemas.microsoft.com/office/drawing/2014/main" id="{6723EB2C-08B4-4D8E-30D6-5D5FD7EB176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8" name="Retângulo: Cantos Arredondados 73">
                  <a:extLst>
                    <a:ext uri="{FF2B5EF4-FFF2-40B4-BE49-F238E27FC236}">
                      <a16:creationId xmlns:a16="http://schemas.microsoft.com/office/drawing/2014/main" id="{1207BF71-3CDC-1A98-6809-826F94128485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59" name="Retângulo: Cantos Arredondados 62">
              <a:extLst>
                <a:ext uri="{FF2B5EF4-FFF2-40B4-BE49-F238E27FC236}">
                  <a16:creationId xmlns:a16="http://schemas.microsoft.com/office/drawing/2014/main" id="{BB72701E-581D-3C06-0052-14D1D5CCB9C8}"/>
                </a:ext>
              </a:extLst>
            </p:cNvPr>
            <p:cNvSpPr/>
            <p:nvPr/>
          </p:nvSpPr>
          <p:spPr>
            <a:xfrm>
              <a:off x="10721458" y="4802481"/>
              <a:ext cx="1478446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BY:</a:t>
              </a:r>
            </a:p>
          </p:txBody>
        </p:sp>
      </p:grpSp>
      <p:sp>
        <p:nvSpPr>
          <p:cNvPr id="196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620156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Sem sono: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97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1" y="24445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198" name="Conector de seta reta 197"/>
          <p:cNvCxnSpPr>
            <a:stCxn id="197" idx="2"/>
          </p:cNvCxnSpPr>
          <p:nvPr/>
        </p:nvCxnSpPr>
        <p:spPr>
          <a:xfrm flipH="1">
            <a:off x="8971384" y="265770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CaixaDeTexto 198"/>
          <p:cNvSpPr txBox="1"/>
          <p:nvPr/>
        </p:nvSpPr>
        <p:spPr>
          <a:xfrm>
            <a:off x="8714387" y="296811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</p:spTree>
    <p:extLst>
      <p:ext uri="{BB962C8B-B14F-4D97-AF65-F5344CB8AC3E}">
        <p14:creationId xmlns:p14="http://schemas.microsoft.com/office/powerpoint/2010/main" val="2754407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806327" y="216246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806325" y="185020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806324" y="153794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PC5/CAB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2 SP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SP </a:t>
            </a:r>
          </a:p>
        </p:txBody>
      </p:sp>
      <p:sp>
        <p:nvSpPr>
          <p:cNvPr id="12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60359" y="164452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60360" y="195678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stCxn id="15" idx="3"/>
          </p:cNvCxnSpPr>
          <p:nvPr/>
        </p:nvCxnSpPr>
        <p:spPr>
          <a:xfrm flipV="1">
            <a:off x="2460361" y="226898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EST ION</a:t>
            </a:r>
          </a:p>
        </p:txBody>
      </p:sp>
      <p:cxnSp>
        <p:nvCxnSpPr>
          <p:cNvPr id="182" name="Conector de seta reta 181"/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7954" y="43849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3479830" y="436727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SP </a:t>
            </a:r>
          </a:p>
        </p:txBody>
      </p:sp>
      <p:cxnSp>
        <p:nvCxnSpPr>
          <p:cNvPr id="261" name="Conector de seta reta 260"/>
          <p:cNvCxnSpPr>
            <a:stCxn id="258" idx="3"/>
          </p:cNvCxnSpPr>
          <p:nvPr/>
        </p:nvCxnSpPr>
        <p:spPr>
          <a:xfrm>
            <a:off x="5101989" y="4491513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78223" y="382151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SP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562603" y="21679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293" name="Conector de seta reta 292"/>
          <p:cNvCxnSpPr/>
          <p:nvPr/>
        </p:nvCxnSpPr>
        <p:spPr>
          <a:xfrm>
            <a:off x="6248400" y="164996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/>
          <p:nvPr/>
        </p:nvCxnSpPr>
        <p:spPr>
          <a:xfrm>
            <a:off x="6267000" y="196222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/>
          <p:nvPr/>
        </p:nvCxnSpPr>
        <p:spPr>
          <a:xfrm flipV="1">
            <a:off x="6266801" y="2274428"/>
            <a:ext cx="1368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62800" y="247704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 VIA DR</a:t>
            </a:r>
          </a:p>
        </p:txBody>
      </p:sp>
      <p:cxnSp>
        <p:nvCxnSpPr>
          <p:cNvPr id="304" name="Conector de seta reta 303"/>
          <p:cNvCxnSpPr/>
          <p:nvPr/>
        </p:nvCxnSpPr>
        <p:spPr>
          <a:xfrm>
            <a:off x="6266999" y="2583623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EST ION</a:t>
            </a:r>
          </a:p>
        </p:txBody>
      </p:sp>
      <p:cxnSp>
        <p:nvCxnSpPr>
          <p:cNvPr id="308" name="Conector de seta reta 307"/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2" y="183495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BY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53011" y="152269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TIT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307047" y="162927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307048" y="194153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81048" y="1016902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7953" y="4687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</a:t>
            </a:r>
          </a:p>
        </p:txBody>
      </p:sp>
      <p:cxnSp>
        <p:nvCxnSpPr>
          <p:cNvPr id="152" name="Conector de seta reta 151"/>
          <p:cNvCxnSpPr/>
          <p:nvPr/>
        </p:nvCxnSpPr>
        <p:spPr>
          <a:xfrm flipV="1">
            <a:off x="5110102" y="478867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6031935" y="4362063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4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6203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45" name="Conector de seta reta 144"/>
          <p:cNvCxnSpPr/>
          <p:nvPr/>
        </p:nvCxnSpPr>
        <p:spPr>
          <a:xfrm flipH="1" flipV="1">
            <a:off x="1752599" y="3068014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1" y="21501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VIA DR</a:t>
            </a:r>
          </a:p>
        </p:txBody>
      </p:sp>
      <p:cxnSp>
        <p:nvCxnSpPr>
          <p:cNvPr id="147" name="Conector de seta reta 146"/>
          <p:cNvCxnSpPr>
            <a:stCxn id="146" idx="3"/>
          </p:cNvCxnSpPr>
          <p:nvPr/>
        </p:nvCxnSpPr>
        <p:spPr>
          <a:xfrm>
            <a:off x="9307047" y="225673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76089" y="4369063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SP </a:t>
            </a:r>
          </a:p>
        </p:txBody>
      </p:sp>
      <p:sp>
        <p:nvSpPr>
          <p:cNvPr id="207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57825" y="530254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sp>
        <p:nvSpPr>
          <p:cNvPr id="20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65937" y="560497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</a:t>
            </a:r>
          </a:p>
        </p:txBody>
      </p:sp>
      <p:cxnSp>
        <p:nvCxnSpPr>
          <p:cNvPr id="4" name="Conector de seta reta 3"/>
          <p:cNvCxnSpPr/>
          <p:nvPr/>
        </p:nvCxnSpPr>
        <p:spPr>
          <a:xfrm flipH="1">
            <a:off x="1834173" y="5409122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H="1">
            <a:off x="1820973" y="5711553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96528" y="4379657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1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6985030" y="4387512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cxnSp>
        <p:nvCxnSpPr>
          <p:cNvPr id="213" name="Conector de seta reta 212"/>
          <p:cNvCxnSpPr>
            <a:stCxn id="212" idx="3"/>
          </p:cNvCxnSpPr>
          <p:nvPr/>
        </p:nvCxnSpPr>
        <p:spPr>
          <a:xfrm>
            <a:off x="7633030" y="449408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76599" y="270213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12" name="Conector de seta reta 111"/>
          <p:cNvCxnSpPr/>
          <p:nvPr/>
        </p:nvCxnSpPr>
        <p:spPr>
          <a:xfrm flipH="1" flipV="1">
            <a:off x="1742995" y="27885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30010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26" name="Conector de seta reta 125"/>
          <p:cNvCxnSpPr/>
          <p:nvPr/>
        </p:nvCxnSpPr>
        <p:spPr>
          <a:xfrm flipH="1" flipV="1">
            <a:off x="5524308" y="3086720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347953" y="586740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28" name="Conector de seta reta 127"/>
          <p:cNvCxnSpPr/>
          <p:nvPr/>
        </p:nvCxnSpPr>
        <p:spPr>
          <a:xfrm flipH="1">
            <a:off x="4402989" y="5973976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347953" y="615926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30" name="Conector de seta reta 129"/>
          <p:cNvCxnSpPr/>
          <p:nvPr/>
        </p:nvCxnSpPr>
        <p:spPr>
          <a:xfrm flipH="1">
            <a:off x="4402989" y="6265845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9266" y="497029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32" name="Conector de seta reta 131"/>
          <p:cNvCxnSpPr/>
          <p:nvPr/>
        </p:nvCxnSpPr>
        <p:spPr>
          <a:xfrm flipV="1">
            <a:off x="5111415" y="5071916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57825" y="589741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34" name="Conector de seta reta 133"/>
          <p:cNvCxnSpPr/>
          <p:nvPr/>
        </p:nvCxnSpPr>
        <p:spPr>
          <a:xfrm flipH="1">
            <a:off x="1812861" y="600398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57825" y="618928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36" name="Conector de seta reta 135"/>
          <p:cNvCxnSpPr/>
          <p:nvPr/>
        </p:nvCxnSpPr>
        <p:spPr>
          <a:xfrm flipH="1">
            <a:off x="1812861" y="629585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840010" y="438751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38" name="Conector de seta reta 137"/>
          <p:cNvCxnSpPr/>
          <p:nvPr/>
        </p:nvCxnSpPr>
        <p:spPr>
          <a:xfrm flipV="1">
            <a:off x="2502159" y="448912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tângulo: Cantos Arredondados 91">
            <a:extLst>
              <a:ext uri="{FF2B5EF4-FFF2-40B4-BE49-F238E27FC236}">
                <a16:creationId xmlns:a16="http://schemas.microsoft.com/office/drawing/2014/main" id="{1371C7A0-BA2C-2EEA-9A14-3937DA2573A4}"/>
              </a:ext>
            </a:extLst>
          </p:cNvPr>
          <p:cNvSpPr/>
          <p:nvPr/>
        </p:nvSpPr>
        <p:spPr>
          <a:xfrm>
            <a:off x="10569503" y="5749307"/>
            <a:ext cx="1669765" cy="407728"/>
          </a:xfrm>
          <a:prstGeom prst="round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1 – VOZ</a:t>
            </a:r>
            <a:b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</a:br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2 – AMBIENTE MONO</a:t>
            </a:r>
          </a:p>
          <a:p>
            <a:endParaRPr lang="pt-BR" sz="800" b="1">
              <a:solidFill>
                <a:schemeClr val="bg1">
                  <a:lumMod val="50000"/>
                </a:schemeClr>
              </a:solidFill>
              <a:latin typeface="Globotipo Texto" panose="00000500000000000000" pitchFamily="50" charset="0"/>
            </a:endParaRPr>
          </a:p>
        </p:txBody>
      </p:sp>
      <p:grpSp>
        <p:nvGrpSpPr>
          <p:cNvPr id="173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174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88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75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86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7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6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84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5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7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81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8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79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0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91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TIT:</a:t>
            </a:r>
          </a:p>
        </p:txBody>
      </p:sp>
      <p:grpSp>
        <p:nvGrpSpPr>
          <p:cNvPr id="192" name="Grupo 191"/>
          <p:cNvGrpSpPr/>
          <p:nvPr/>
        </p:nvGrpSpPr>
        <p:grpSpPr>
          <a:xfrm>
            <a:off x="10524182" y="4655564"/>
            <a:ext cx="1528312" cy="1014230"/>
            <a:chOff x="10671592" y="4802481"/>
            <a:chExt cx="1528312" cy="1014230"/>
          </a:xfrm>
        </p:grpSpPr>
        <p:grpSp>
          <p:nvGrpSpPr>
            <p:cNvPr id="193" name="Agrupar 12">
              <a:extLst>
                <a:ext uri="{FF2B5EF4-FFF2-40B4-BE49-F238E27FC236}">
                  <a16:creationId xmlns:a16="http://schemas.microsoft.com/office/drawing/2014/main" id="{A30DAEDC-F7EA-CA77-1637-6C2DBAC1F4D2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95" name="Agrupar 64">
                <a:extLst>
                  <a:ext uri="{FF2B5EF4-FFF2-40B4-BE49-F238E27FC236}">
                    <a16:creationId xmlns:a16="http://schemas.microsoft.com/office/drawing/2014/main" id="{7ADBF35F-39C5-B7F1-981A-3E62F85D8517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210" name="Retângulo: Cantos Arredondados 88">
                  <a:extLst>
                    <a:ext uri="{FF2B5EF4-FFF2-40B4-BE49-F238E27FC236}">
                      <a16:creationId xmlns:a16="http://schemas.microsoft.com/office/drawing/2014/main" id="{A727F88F-E75B-801A-31D1-32941909614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4" name="Retângulo: Cantos Arredondados 89">
                  <a:extLst>
                    <a:ext uri="{FF2B5EF4-FFF2-40B4-BE49-F238E27FC236}">
                      <a16:creationId xmlns:a16="http://schemas.microsoft.com/office/drawing/2014/main" id="{600A1A07-BFDE-58CE-EEC0-7329390AF7CA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5" name="Retângulo: Cantos Arredondados 91">
                  <a:extLst>
                    <a:ext uri="{FF2B5EF4-FFF2-40B4-BE49-F238E27FC236}">
                      <a16:creationId xmlns:a16="http://schemas.microsoft.com/office/drawing/2014/main" id="{1371C7A0-BA2C-2EEA-9A14-3937DA2573A4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96" name="Agrupar 68">
                <a:extLst>
                  <a:ext uri="{FF2B5EF4-FFF2-40B4-BE49-F238E27FC236}">
                    <a16:creationId xmlns:a16="http://schemas.microsoft.com/office/drawing/2014/main" id="{03F410AC-A000-0EBA-8202-41A05D475FD8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206" name="Retângulo: Cantos Arredondados 84">
                  <a:extLst>
                    <a:ext uri="{FF2B5EF4-FFF2-40B4-BE49-F238E27FC236}">
                      <a16:creationId xmlns:a16="http://schemas.microsoft.com/office/drawing/2014/main" id="{C20A0DBF-308C-FF40-4482-293DB5AC1694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9" name="Retângulo: Cantos Arredondados 85">
                  <a:extLst>
                    <a:ext uri="{FF2B5EF4-FFF2-40B4-BE49-F238E27FC236}">
                      <a16:creationId xmlns:a16="http://schemas.microsoft.com/office/drawing/2014/main" id="{94E72168-C95F-0624-27D2-83EF046414F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97" name="Agrupar 69">
                <a:extLst>
                  <a:ext uri="{FF2B5EF4-FFF2-40B4-BE49-F238E27FC236}">
                    <a16:creationId xmlns:a16="http://schemas.microsoft.com/office/drawing/2014/main" id="{B2E9B3F1-5D08-1F0D-B49A-14354EDFD7CD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204" name="Retângulo: Cantos Arredondados 80">
                  <a:extLst>
                    <a:ext uri="{FF2B5EF4-FFF2-40B4-BE49-F238E27FC236}">
                      <a16:creationId xmlns:a16="http://schemas.microsoft.com/office/drawing/2014/main" id="{0A0F6394-6659-1481-5044-B0096D291CAA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5" name="Retângulo: Cantos Arredondados 81">
                  <a:extLst>
                    <a:ext uri="{FF2B5EF4-FFF2-40B4-BE49-F238E27FC236}">
                      <a16:creationId xmlns:a16="http://schemas.microsoft.com/office/drawing/2014/main" id="{4B50E5F1-B7BD-6E2B-6C61-A49EDCFBD3F0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98" name="Agrupar 70">
                <a:extLst>
                  <a:ext uri="{FF2B5EF4-FFF2-40B4-BE49-F238E27FC236}">
                    <a16:creationId xmlns:a16="http://schemas.microsoft.com/office/drawing/2014/main" id="{D1F8A089-C7D6-E79C-3EF7-8C4EFB11668B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202" name="Retângulo: Cantos Arredondados 76">
                  <a:extLst>
                    <a:ext uri="{FF2B5EF4-FFF2-40B4-BE49-F238E27FC236}">
                      <a16:creationId xmlns:a16="http://schemas.microsoft.com/office/drawing/2014/main" id="{684A412C-6DC6-F4B7-F34B-CF3EEFD4626C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3" name="Retângulo: Cantos Arredondados 77">
                  <a:extLst>
                    <a:ext uri="{FF2B5EF4-FFF2-40B4-BE49-F238E27FC236}">
                      <a16:creationId xmlns:a16="http://schemas.microsoft.com/office/drawing/2014/main" id="{7510DDAD-2FBD-2595-946E-64E7C24567D2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99" name="Agrupar 71">
                <a:extLst>
                  <a:ext uri="{FF2B5EF4-FFF2-40B4-BE49-F238E27FC236}">
                    <a16:creationId xmlns:a16="http://schemas.microsoft.com/office/drawing/2014/main" id="{96B11C85-8E89-6B5C-046B-1BB2C0685270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200" name="Retângulo: Cantos Arredondados 72">
                  <a:extLst>
                    <a:ext uri="{FF2B5EF4-FFF2-40B4-BE49-F238E27FC236}">
                      <a16:creationId xmlns:a16="http://schemas.microsoft.com/office/drawing/2014/main" id="{6723EB2C-08B4-4D8E-30D6-5D5FD7EB176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1" name="Retângulo: Cantos Arredondados 73">
                  <a:extLst>
                    <a:ext uri="{FF2B5EF4-FFF2-40B4-BE49-F238E27FC236}">
                      <a16:creationId xmlns:a16="http://schemas.microsoft.com/office/drawing/2014/main" id="{1207BF71-3CDC-1A98-6809-826F94128485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94" name="Retângulo: Cantos Arredondados 62">
              <a:extLst>
                <a:ext uri="{FF2B5EF4-FFF2-40B4-BE49-F238E27FC236}">
                  <a16:creationId xmlns:a16="http://schemas.microsoft.com/office/drawing/2014/main" id="{BB72701E-581D-3C06-0052-14D1D5CCB9C8}"/>
                </a:ext>
              </a:extLst>
            </p:cNvPr>
            <p:cNvSpPr/>
            <p:nvPr/>
          </p:nvSpPr>
          <p:spPr>
            <a:xfrm>
              <a:off x="10721458" y="4802481"/>
              <a:ext cx="1478446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BY:</a:t>
              </a:r>
            </a:p>
          </p:txBody>
        </p:sp>
      </p:grpSp>
      <p:sp>
        <p:nvSpPr>
          <p:cNvPr id="216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620156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Sem sono: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217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PONCAP 5:</a:t>
            </a:r>
          </a:p>
        </p:txBody>
      </p:sp>
      <p:grpSp>
        <p:nvGrpSpPr>
          <p:cNvPr id="218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34852" y="4240031"/>
            <a:ext cx="1528312" cy="631838"/>
            <a:chOff x="3802360" y="667396"/>
            <a:chExt cx="1528312" cy="631838"/>
          </a:xfrm>
        </p:grpSpPr>
        <p:grpSp>
          <p:nvGrpSpPr>
            <p:cNvPr id="219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32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3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4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20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30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1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1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28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9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2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26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7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3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24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5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3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64107" y="469137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ION:</a:t>
            </a:r>
          </a:p>
        </p:txBody>
      </p:sp>
      <p:grpSp>
        <p:nvGrpSpPr>
          <p:cNvPr id="236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59136" y="5050814"/>
            <a:ext cx="1528312" cy="631838"/>
            <a:chOff x="3802360" y="667396"/>
            <a:chExt cx="1528312" cy="631838"/>
          </a:xfrm>
        </p:grpSpPr>
        <p:grpSp>
          <p:nvGrpSpPr>
            <p:cNvPr id="237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50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1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2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38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48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9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39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46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7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40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44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5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41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42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3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53" name="CaixaDeTexto 252"/>
          <p:cNvSpPr txBox="1"/>
          <p:nvPr/>
        </p:nvSpPr>
        <p:spPr>
          <a:xfrm>
            <a:off x="6188587" y="148498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254" name="CaixaDeTexto 253"/>
          <p:cNvSpPr txBox="1"/>
          <p:nvPr/>
        </p:nvSpPr>
        <p:spPr>
          <a:xfrm>
            <a:off x="6186840" y="180722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255" name="CaixaDeTexto 254"/>
          <p:cNvSpPr txBox="1"/>
          <p:nvPr/>
        </p:nvSpPr>
        <p:spPr>
          <a:xfrm>
            <a:off x="6199114" y="211755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256" name="CaixaDeTexto 255"/>
          <p:cNvSpPr txBox="1"/>
          <p:nvPr/>
        </p:nvSpPr>
        <p:spPr>
          <a:xfrm>
            <a:off x="6198766" y="243423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NIMBRA DR LAWO</a:t>
            </a:r>
          </a:p>
        </p:txBody>
      </p:sp>
      <p:sp>
        <p:nvSpPr>
          <p:cNvPr id="257" name="CaixaDeTexto 256"/>
          <p:cNvSpPr txBox="1"/>
          <p:nvPr/>
        </p:nvSpPr>
        <p:spPr>
          <a:xfrm>
            <a:off x="9291084" y="14585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60" name="CaixaDeTexto 259"/>
          <p:cNvSpPr txBox="1"/>
          <p:nvPr/>
        </p:nvSpPr>
        <p:spPr>
          <a:xfrm>
            <a:off x="9296400" y="178569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62" name="CaixaDeTexto 261"/>
          <p:cNvSpPr txBox="1"/>
          <p:nvPr/>
        </p:nvSpPr>
        <p:spPr>
          <a:xfrm>
            <a:off x="9291084" y="209361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63" name="CaixaDeTexto 262"/>
          <p:cNvSpPr txBox="1"/>
          <p:nvPr/>
        </p:nvSpPr>
        <p:spPr>
          <a:xfrm>
            <a:off x="5062904" y="43223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64" name="CaixaDeTexto 263"/>
          <p:cNvSpPr txBox="1"/>
          <p:nvPr/>
        </p:nvSpPr>
        <p:spPr>
          <a:xfrm>
            <a:off x="5062904" y="46422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65" name="CaixaDeTexto 264"/>
          <p:cNvSpPr txBox="1"/>
          <p:nvPr/>
        </p:nvSpPr>
        <p:spPr>
          <a:xfrm>
            <a:off x="5078223" y="493186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6" name="CaixaDeTexto 265"/>
          <p:cNvSpPr txBox="1"/>
          <p:nvPr/>
        </p:nvSpPr>
        <p:spPr>
          <a:xfrm>
            <a:off x="4857426" y="58043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7" name="CaixaDeTexto 266"/>
          <p:cNvSpPr txBox="1"/>
          <p:nvPr/>
        </p:nvSpPr>
        <p:spPr>
          <a:xfrm>
            <a:off x="4857426" y="610424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1" y="24445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269" name="Conector de seta reta 268"/>
          <p:cNvCxnSpPr>
            <a:stCxn id="268" idx="2"/>
          </p:cNvCxnSpPr>
          <p:nvPr/>
        </p:nvCxnSpPr>
        <p:spPr>
          <a:xfrm flipH="1">
            <a:off x="8971384" y="265770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CaixaDeTexto 269"/>
          <p:cNvSpPr txBox="1"/>
          <p:nvPr/>
        </p:nvSpPr>
        <p:spPr>
          <a:xfrm>
            <a:off x="8714387" y="296811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</p:spTree>
    <p:extLst>
      <p:ext uri="{BB962C8B-B14F-4D97-AF65-F5344CB8AC3E}">
        <p14:creationId xmlns:p14="http://schemas.microsoft.com/office/powerpoint/2010/main" val="320847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032D4-DD79-33F4-3448-FBD09377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11FDB0-1190-49CF-C569-7601DC0DB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73C1BA7-4F8E-8D25-C536-A50801A19D6C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BE429AAF-B014-8621-84DF-B54B05370D1B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BHE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AC80C89-4F18-1FC5-7D66-7B5E0D112029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9378A81-74D8-1B50-531C-EF42F820B0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4CE9EB0B-8D16-1797-0984-DC1A1EC91CDE}"/>
              </a:ext>
            </a:extLst>
          </p:cNvPr>
          <p:cNvGrpSpPr/>
          <p:nvPr/>
        </p:nvGrpSpPr>
        <p:grpSpPr>
          <a:xfrm>
            <a:off x="278771" y="912891"/>
            <a:ext cx="1633155" cy="642592"/>
            <a:chOff x="4082569" y="592383"/>
            <a:chExt cx="163315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D8D4BDAB-AB68-AB57-5C02-68F9400651EB}"/>
                </a:ext>
              </a:extLst>
            </p:cNvPr>
            <p:cNvGrpSpPr/>
            <p:nvPr/>
          </p:nvGrpSpPr>
          <p:grpSpPr>
            <a:xfrm>
              <a:off x="4082569" y="592383"/>
              <a:ext cx="1633155" cy="164778"/>
              <a:chOff x="4082569" y="592383"/>
              <a:chExt cx="1633155" cy="164778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87B0C026-6B5C-2C2B-87DD-4F76BD5E444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B23A948E-6BE2-A36C-17B1-BD0F4F1F1C0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0BEA7E34-E172-04D0-3551-6770BAD46236}"/>
                  </a:ext>
                </a:extLst>
              </p:cNvPr>
              <p:cNvSpPr/>
              <p:nvPr/>
            </p:nvSpPr>
            <p:spPr>
              <a:xfrm>
                <a:off x="4189281" y="592383"/>
                <a:ext cx="1526443" cy="1647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BHE ON TUBE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AD745A59-B2CE-57F1-001B-68274B348568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D9F7304D-F711-363A-DB23-3FFE0550F7B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0140197A-853D-C38E-24DF-63303F76A87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EDA48D2F-682E-F531-F2BE-4B2E8151577E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9DA229D8-6AFD-D7A0-B707-C929CF8DE1E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7334C56C-D998-043A-361B-55BEF27D00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3CC7FA-4675-B18C-24DF-0B7FB3FBC9B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992AE18D-20A9-F68C-C01C-E9AE7E345741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AB94D865-B3AB-4D7D-313E-FA9B4577A8B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315AA7C3-4399-482C-5A82-D852F7C8033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F9CC4F51-FD8F-4EAD-AE06-A6B055D3287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C7F1728C-1702-2EF2-0065-C5A91253CF0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06712217-7CEE-3BB9-D264-1B23D5E41E9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66E0964D-F1D3-A124-1D20-55B99A66C2F0}"/>
              </a:ext>
            </a:extLst>
          </p:cNvPr>
          <p:cNvSpPr/>
          <p:nvPr/>
        </p:nvSpPr>
        <p:spPr>
          <a:xfrm>
            <a:off x="29627" y="645737"/>
            <a:ext cx="1570574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8D8F401A-D875-242B-011B-3F07260A1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2F0D12B-AE62-E0B1-F587-0EAF89AF8C84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DD3A5DE-C326-6B20-6CE1-17F23B7F2D41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  <a:endParaRPr lang="pt-BR"/>
          </a:p>
        </p:txBody>
      </p:sp>
      <p:sp>
        <p:nvSpPr>
          <p:cNvPr id="16" name="Retângulo: Cantos Arredondados 63">
            <a:extLst>
              <a:ext uri="{FF2B5EF4-FFF2-40B4-BE49-F238E27FC236}">
                <a16:creationId xmlns:a16="http://schemas.microsoft.com/office/drawing/2014/main" id="{EB4B2326-D6C4-075B-2A28-50FAD83BB434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BHE </a:t>
            </a:r>
          </a:p>
        </p:txBody>
      </p:sp>
      <p:cxnSp>
        <p:nvCxnSpPr>
          <p:cNvPr id="18" name="Conector de seta reta 154">
            <a:extLst>
              <a:ext uri="{FF2B5EF4-FFF2-40B4-BE49-F238E27FC236}">
                <a16:creationId xmlns:a16="http://schemas.microsoft.com/office/drawing/2014/main" id="{7608939B-98F3-38D9-F03E-55C4FFA0FCE0}"/>
              </a:ext>
            </a:extLst>
          </p:cNvPr>
          <p:cNvCxnSpPr/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57">
            <a:extLst>
              <a:ext uri="{FF2B5EF4-FFF2-40B4-BE49-F238E27FC236}">
                <a16:creationId xmlns:a16="http://schemas.microsoft.com/office/drawing/2014/main" id="{91C0B2D4-6C08-430F-29FD-4915325F72A5}"/>
              </a:ext>
            </a:extLst>
          </p:cNvPr>
          <p:cNvCxnSpPr/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14">
            <a:extLst>
              <a:ext uri="{FF2B5EF4-FFF2-40B4-BE49-F238E27FC236}">
                <a16:creationId xmlns:a16="http://schemas.microsoft.com/office/drawing/2014/main" id="{43A68812-A2A6-7B34-941C-D0FF1EAFEEC5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CTL COM</a:t>
            </a:r>
          </a:p>
        </p:txBody>
      </p:sp>
      <p:sp>
        <p:nvSpPr>
          <p:cNvPr id="26" name="Retângulo: Cantos Arredondados 17">
            <a:extLst>
              <a:ext uri="{FF2B5EF4-FFF2-40B4-BE49-F238E27FC236}">
                <a16:creationId xmlns:a16="http://schemas.microsoft.com/office/drawing/2014/main" id="{14B725E2-A82C-F069-0208-D709FF3A3E59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sp>
        <p:nvSpPr>
          <p:cNvPr id="28" name="Retângulo: Cantos Arredondados 23">
            <a:extLst>
              <a:ext uri="{FF2B5EF4-FFF2-40B4-BE49-F238E27FC236}">
                <a16:creationId xmlns:a16="http://schemas.microsoft.com/office/drawing/2014/main" id="{C941C2FB-B2D9-1386-6646-DD3F1EFC1EF3}"/>
              </a:ext>
            </a:extLst>
          </p:cNvPr>
          <p:cNvSpPr/>
          <p:nvPr/>
        </p:nvSpPr>
        <p:spPr>
          <a:xfrm>
            <a:off x="3850812" y="2606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0" name="Conector de seta reta 173">
            <a:extLst>
              <a:ext uri="{FF2B5EF4-FFF2-40B4-BE49-F238E27FC236}">
                <a16:creationId xmlns:a16="http://schemas.microsoft.com/office/drawing/2014/main" id="{2DA4B14A-4041-70C3-3900-EE9E1277D35D}"/>
              </a:ext>
            </a:extLst>
          </p:cNvPr>
          <p:cNvCxnSpPr/>
          <p:nvPr/>
        </p:nvCxnSpPr>
        <p:spPr>
          <a:xfrm flipH="1">
            <a:off x="1717212" y="27126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177">
            <a:extLst>
              <a:ext uri="{FF2B5EF4-FFF2-40B4-BE49-F238E27FC236}">
                <a16:creationId xmlns:a16="http://schemas.microsoft.com/office/drawing/2014/main" id="{7C5F2E26-7592-C405-9DE8-FB0320B06BA0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181">
            <a:extLst>
              <a:ext uri="{FF2B5EF4-FFF2-40B4-BE49-F238E27FC236}">
                <a16:creationId xmlns:a16="http://schemas.microsoft.com/office/drawing/2014/main" id="{91362676-0E55-AA02-4190-73E754C47ED5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23">
            <a:extLst>
              <a:ext uri="{FF2B5EF4-FFF2-40B4-BE49-F238E27FC236}">
                <a16:creationId xmlns:a16="http://schemas.microsoft.com/office/drawing/2014/main" id="{761F8893-D1EB-19BD-E799-D9B00AAB2775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38" name="Retângulo: Cantos Arredondados 63">
            <a:extLst>
              <a:ext uri="{FF2B5EF4-FFF2-40B4-BE49-F238E27FC236}">
                <a16:creationId xmlns:a16="http://schemas.microsoft.com/office/drawing/2014/main" id="{7C8E84FB-A153-06BE-5F16-580DEDE46BB9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BHE </a:t>
            </a:r>
          </a:p>
        </p:txBody>
      </p:sp>
      <p:cxnSp>
        <p:nvCxnSpPr>
          <p:cNvPr id="40" name="Conector de seta reta 260">
            <a:extLst>
              <a:ext uri="{FF2B5EF4-FFF2-40B4-BE49-F238E27FC236}">
                <a16:creationId xmlns:a16="http://schemas.microsoft.com/office/drawing/2014/main" id="{72608740-E5B6-3096-8566-1680FDA1ED19}"/>
              </a:ext>
            </a:extLst>
          </p:cNvPr>
          <p:cNvCxnSpPr/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ângulo: Cantos Arredondados 14">
            <a:extLst>
              <a:ext uri="{FF2B5EF4-FFF2-40B4-BE49-F238E27FC236}">
                <a16:creationId xmlns:a16="http://schemas.microsoft.com/office/drawing/2014/main" id="{89DC3335-AD83-858A-0C71-5A68E0183564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44" name="Conector de seta reta 268">
            <a:extLst>
              <a:ext uri="{FF2B5EF4-FFF2-40B4-BE49-F238E27FC236}">
                <a16:creationId xmlns:a16="http://schemas.microsoft.com/office/drawing/2014/main" id="{99FFDEB0-A770-4235-5C6B-7C44ABAA0A4B}"/>
              </a:ext>
            </a:extLst>
          </p:cNvPr>
          <p:cNvCxnSpPr/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E874F36-D6AF-ACF0-33E0-51223783BB09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48" name="Retângulo: Cantos Arredondados 63">
            <a:extLst>
              <a:ext uri="{FF2B5EF4-FFF2-40B4-BE49-F238E27FC236}">
                <a16:creationId xmlns:a16="http://schemas.microsoft.com/office/drawing/2014/main" id="{A43E307B-37D7-D193-F4C1-A41D94C61DF8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50" name="Retângulo: Cantos Arredondados 63">
            <a:extLst>
              <a:ext uri="{FF2B5EF4-FFF2-40B4-BE49-F238E27FC236}">
                <a16:creationId xmlns:a16="http://schemas.microsoft.com/office/drawing/2014/main" id="{9255C984-0F3D-5B17-10B6-46ACB5004FCB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</a:p>
        </p:txBody>
      </p:sp>
      <p:sp>
        <p:nvSpPr>
          <p:cNvPr id="54" name="Retângulo: Cantos Arredondados 17">
            <a:extLst>
              <a:ext uri="{FF2B5EF4-FFF2-40B4-BE49-F238E27FC236}">
                <a16:creationId xmlns:a16="http://schemas.microsoft.com/office/drawing/2014/main" id="{D9A29AED-380E-20EA-8850-29091EBA87FA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56" name="Retângulo: Cantos Arredondados 23">
            <a:extLst>
              <a:ext uri="{FF2B5EF4-FFF2-40B4-BE49-F238E27FC236}">
                <a16:creationId xmlns:a16="http://schemas.microsoft.com/office/drawing/2014/main" id="{944226D6-C94A-AD51-D0EE-EE546D7A0E27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cxnSp>
        <p:nvCxnSpPr>
          <p:cNvPr id="58" name="Conector de seta reta 292">
            <a:extLst>
              <a:ext uri="{FF2B5EF4-FFF2-40B4-BE49-F238E27FC236}">
                <a16:creationId xmlns:a16="http://schemas.microsoft.com/office/drawing/2014/main" id="{8163BFEF-CFD7-1711-07EC-2D6367819F07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6233511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293">
            <a:extLst>
              <a:ext uri="{FF2B5EF4-FFF2-40B4-BE49-F238E27FC236}">
                <a16:creationId xmlns:a16="http://schemas.microsoft.com/office/drawing/2014/main" id="{8DE404CE-4A25-D023-3883-4BADB678EC27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6233512" y="1926411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tângulo: Cantos Arredondados 17">
            <a:extLst>
              <a:ext uri="{FF2B5EF4-FFF2-40B4-BE49-F238E27FC236}">
                <a16:creationId xmlns:a16="http://schemas.microsoft.com/office/drawing/2014/main" id="{3DEECB81-CDAA-B335-5C4D-CD5F996216E3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66" name="Retângulo: Cantos Arredondados 23">
            <a:extLst>
              <a:ext uri="{FF2B5EF4-FFF2-40B4-BE49-F238E27FC236}">
                <a16:creationId xmlns:a16="http://schemas.microsoft.com/office/drawing/2014/main" id="{0EE6ADBB-BFA3-6ACD-9BD2-1B8CE31403FB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68" name="Conector de seta reta 303">
            <a:extLst>
              <a:ext uri="{FF2B5EF4-FFF2-40B4-BE49-F238E27FC236}">
                <a16:creationId xmlns:a16="http://schemas.microsoft.com/office/drawing/2014/main" id="{B0706F47-F114-2623-2BEC-86FBE6FB9A66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6233711" y="254780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304">
            <a:extLst>
              <a:ext uri="{FF2B5EF4-FFF2-40B4-BE49-F238E27FC236}">
                <a16:creationId xmlns:a16="http://schemas.microsoft.com/office/drawing/2014/main" id="{4D798C56-EC92-140E-663D-FF0C9DFCBC61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233712" y="286006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: Cantos Arredondados 14">
            <a:extLst>
              <a:ext uri="{FF2B5EF4-FFF2-40B4-BE49-F238E27FC236}">
                <a16:creationId xmlns:a16="http://schemas.microsoft.com/office/drawing/2014/main" id="{D8435845-79EF-9BFF-D490-0A2B26750AC1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74" name="Conector de seta reta 307">
            <a:extLst>
              <a:ext uri="{FF2B5EF4-FFF2-40B4-BE49-F238E27FC236}">
                <a16:creationId xmlns:a16="http://schemas.microsoft.com/office/drawing/2014/main" id="{91D556F3-5AC0-6DFF-2D4B-C95615EB128A}"/>
              </a:ext>
            </a:extLst>
          </p:cNvPr>
          <p:cNvCxnSpPr/>
          <p:nvPr/>
        </p:nvCxnSpPr>
        <p:spPr>
          <a:xfrm flipH="1" flipV="1">
            <a:off x="549400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tângulo: Cantos Arredondados 17">
            <a:extLst>
              <a:ext uri="{FF2B5EF4-FFF2-40B4-BE49-F238E27FC236}">
                <a16:creationId xmlns:a16="http://schemas.microsoft.com/office/drawing/2014/main" id="{80061945-737D-6C48-1F15-EADD8BEC3F26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78" name="Retângulo: Cantos Arredondados 23">
            <a:extLst>
              <a:ext uri="{FF2B5EF4-FFF2-40B4-BE49-F238E27FC236}">
                <a16:creationId xmlns:a16="http://schemas.microsoft.com/office/drawing/2014/main" id="{8B0AC512-55C4-523E-3C7B-3E5B3185FA9E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80" name="Conector de seta reta 319">
            <a:extLst>
              <a:ext uri="{FF2B5EF4-FFF2-40B4-BE49-F238E27FC236}">
                <a16:creationId xmlns:a16="http://schemas.microsoft.com/office/drawing/2014/main" id="{AF3C7064-DF38-BFA0-2422-245E046FBEF2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320">
            <a:extLst>
              <a:ext uri="{FF2B5EF4-FFF2-40B4-BE49-F238E27FC236}">
                <a16:creationId xmlns:a16="http://schemas.microsoft.com/office/drawing/2014/main" id="{0BEC5149-A290-A8A5-9BDA-E4660A7B3F46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9D18C8C9-238C-992D-4641-D97BECF469EF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86" name="Retângulo: Cantos Arredondados 63">
            <a:extLst>
              <a:ext uri="{FF2B5EF4-FFF2-40B4-BE49-F238E27FC236}">
                <a16:creationId xmlns:a16="http://schemas.microsoft.com/office/drawing/2014/main" id="{9CE0AC83-08F6-86E7-E3C5-52B71D04AC6D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88" name="Retângulo: Cantos Arredondados 14">
            <a:extLst>
              <a:ext uri="{FF2B5EF4-FFF2-40B4-BE49-F238E27FC236}">
                <a16:creationId xmlns:a16="http://schemas.microsoft.com/office/drawing/2014/main" id="{04F46A4A-3EB7-435A-A698-569D04F284F0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ASS/DTV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90" name="Retângulo: Cantos Arredondados 17">
            <a:extLst>
              <a:ext uri="{FF2B5EF4-FFF2-40B4-BE49-F238E27FC236}">
                <a16:creationId xmlns:a16="http://schemas.microsoft.com/office/drawing/2014/main" id="{B8E71DEE-D72A-566E-791A-5A39E1E08287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92" name="Retângulo: Cantos Arredondados 23">
            <a:extLst>
              <a:ext uri="{FF2B5EF4-FFF2-40B4-BE49-F238E27FC236}">
                <a16:creationId xmlns:a16="http://schemas.microsoft.com/office/drawing/2014/main" id="{6D3F1EF6-0D6D-EBFD-369B-67FA20D7C871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03" name="Conector de seta reta 344">
            <a:extLst>
              <a:ext uri="{FF2B5EF4-FFF2-40B4-BE49-F238E27FC236}">
                <a16:creationId xmlns:a16="http://schemas.microsoft.com/office/drawing/2014/main" id="{DE01626F-97F5-B11D-8242-019861B3891C}"/>
              </a:ext>
            </a:extLst>
          </p:cNvPr>
          <p:cNvCxnSpPr/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345">
            <a:extLst>
              <a:ext uri="{FF2B5EF4-FFF2-40B4-BE49-F238E27FC236}">
                <a16:creationId xmlns:a16="http://schemas.microsoft.com/office/drawing/2014/main" id="{61624C8D-75E6-CDC6-67B1-16143E5404AA}"/>
              </a:ext>
            </a:extLst>
          </p:cNvPr>
          <p:cNvCxnSpPr/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346">
            <a:extLst>
              <a:ext uri="{FF2B5EF4-FFF2-40B4-BE49-F238E27FC236}">
                <a16:creationId xmlns:a16="http://schemas.microsoft.com/office/drawing/2014/main" id="{93FC5BA2-CFF0-048D-D9ED-2F61C2DA9D20}"/>
              </a:ext>
            </a:extLst>
          </p:cNvPr>
          <p:cNvCxnSpPr/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4">
            <a:extLst>
              <a:ext uri="{FF2B5EF4-FFF2-40B4-BE49-F238E27FC236}">
                <a16:creationId xmlns:a16="http://schemas.microsoft.com/office/drawing/2014/main" id="{27EA80FF-A46A-E9E8-21B0-4C8FEC45A9B7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25" name="Conector de seta reta 352">
            <a:extLst>
              <a:ext uri="{FF2B5EF4-FFF2-40B4-BE49-F238E27FC236}">
                <a16:creationId xmlns:a16="http://schemas.microsoft.com/office/drawing/2014/main" id="{FA8D81EA-7CB2-A82C-6E7C-C6417BD59E82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tângulo: Cantos Arredondados 17">
            <a:extLst>
              <a:ext uri="{FF2B5EF4-FFF2-40B4-BE49-F238E27FC236}">
                <a16:creationId xmlns:a16="http://schemas.microsoft.com/office/drawing/2014/main" id="{EF3566D6-5E77-1EC0-F132-C1EC5F12B601}"/>
              </a:ext>
            </a:extLst>
          </p:cNvPr>
          <p:cNvSpPr/>
          <p:nvPr/>
        </p:nvSpPr>
        <p:spPr>
          <a:xfrm>
            <a:off x="1779049" y="4829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  <a:latin typeface="Aptos"/>
              </a:rPr>
              <a:t>ASS/DTV</a:t>
            </a:r>
            <a:r>
              <a:rPr lang="pt-BR" sz="700">
                <a:solidFill>
                  <a:schemeClr val="tx1"/>
                </a:solidFill>
                <a:latin typeface="Aptos"/>
                <a:ea typeface="Aptos"/>
                <a:cs typeface="Aptos"/>
              </a:rPr>
              <a:t>​</a:t>
            </a:r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191" name="Retângulo: Cantos Arredondados 23">
            <a:extLst>
              <a:ext uri="{FF2B5EF4-FFF2-40B4-BE49-F238E27FC236}">
                <a16:creationId xmlns:a16="http://schemas.microsoft.com/office/drawing/2014/main" id="{3EE82B01-A659-088C-9510-754CA3AB5991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93" name="Conector de seta reta 151">
            <a:extLst>
              <a:ext uri="{FF2B5EF4-FFF2-40B4-BE49-F238E27FC236}">
                <a16:creationId xmlns:a16="http://schemas.microsoft.com/office/drawing/2014/main" id="{B136D75C-0A32-DECB-21BA-00F52C9097FA}"/>
              </a:ext>
            </a:extLst>
          </p:cNvPr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de seta reta 152">
            <a:extLst>
              <a:ext uri="{FF2B5EF4-FFF2-40B4-BE49-F238E27FC236}">
                <a16:creationId xmlns:a16="http://schemas.microsoft.com/office/drawing/2014/main" id="{49FA1FC7-E95E-30C4-7CD9-2C0FF9A9BF11}"/>
              </a:ext>
            </a:extLst>
          </p:cNvPr>
          <p:cNvCxnSpPr/>
          <p:nvPr/>
        </p:nvCxnSpPr>
        <p:spPr>
          <a:xfrm flipV="1">
            <a:off x="2433085" y="492639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tângulo: Cantos Arredondados 63">
            <a:extLst>
              <a:ext uri="{FF2B5EF4-FFF2-40B4-BE49-F238E27FC236}">
                <a16:creationId xmlns:a16="http://schemas.microsoft.com/office/drawing/2014/main" id="{E3831217-2A93-1317-D57C-8B2048CCF944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01" name="Retângulo: Cantos Arredondados 63">
            <a:extLst>
              <a:ext uri="{FF2B5EF4-FFF2-40B4-BE49-F238E27FC236}">
                <a16:creationId xmlns:a16="http://schemas.microsoft.com/office/drawing/2014/main" id="{64516CD0-E8F0-C05C-A27A-034A3CF23EDC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B59162-E355-2B03-AC0C-8D2FD119ACF7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9A4D07-156D-A43E-19C3-05DE5F6522CC}"/>
              </a:ext>
            </a:extLst>
          </p:cNvPr>
          <p:cNvSpPr txBox="1"/>
          <p:nvPr/>
        </p:nvSpPr>
        <p:spPr>
          <a:xfrm>
            <a:off x="2444712" y="175719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TVU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9DE9560-4D3A-F5D5-BDDE-5844DD23311C}"/>
              </a:ext>
            </a:extLst>
          </p:cNvPr>
          <p:cNvSpPr txBox="1"/>
          <p:nvPr/>
        </p:nvSpPr>
        <p:spPr>
          <a:xfrm>
            <a:off x="3044787" y="25477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282CB4-0A44-851A-19B8-3F95D6F86C83}"/>
              </a:ext>
            </a:extLst>
          </p:cNvPr>
          <p:cNvSpPr txBox="1"/>
          <p:nvPr/>
        </p:nvSpPr>
        <p:spPr>
          <a:xfrm>
            <a:off x="3054312" y="28525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EB93A68-562D-E904-82A1-635D95A88E2B}"/>
              </a:ext>
            </a:extLst>
          </p:cNvPr>
          <p:cNvSpPr txBox="1"/>
          <p:nvPr/>
        </p:nvSpPr>
        <p:spPr>
          <a:xfrm>
            <a:off x="3054312" y="31573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ECAC7B4-7B76-3AC7-FABD-4404AC97F501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E4BAA04-C120-6B13-4D2F-AD3E01CD3E4E}"/>
              </a:ext>
            </a:extLst>
          </p:cNvPr>
          <p:cNvSpPr txBox="1"/>
          <p:nvPr/>
        </p:nvSpPr>
        <p:spPr>
          <a:xfrm>
            <a:off x="2426498" y="44606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C2B850D-4521-D199-BC3E-B42DFDD601B0}"/>
              </a:ext>
            </a:extLst>
          </p:cNvPr>
          <p:cNvSpPr txBox="1"/>
          <p:nvPr/>
        </p:nvSpPr>
        <p:spPr>
          <a:xfrm>
            <a:off x="2436023" y="47654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505582D-FEAF-0F0A-0B03-52A98946AF15}"/>
              </a:ext>
            </a:extLst>
          </p:cNvPr>
          <p:cNvSpPr txBox="1"/>
          <p:nvPr/>
        </p:nvSpPr>
        <p:spPr>
          <a:xfrm>
            <a:off x="2893223" y="585125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57" name="Retângulo: Cantos Arredondados 62">
            <a:extLst>
              <a:ext uri="{FF2B5EF4-FFF2-40B4-BE49-F238E27FC236}">
                <a16:creationId xmlns:a16="http://schemas.microsoft.com/office/drawing/2014/main" id="{5E46C621-F8F0-E7FC-EA99-6AA5E34DD4F6}"/>
              </a:ext>
            </a:extLst>
          </p:cNvPr>
          <p:cNvSpPr/>
          <p:nvPr/>
        </p:nvSpPr>
        <p:spPr>
          <a:xfrm>
            <a:off x="8810200" y="3766415"/>
            <a:ext cx="1478446" cy="1410645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59" name="Agrupar 12">
            <a:extLst>
              <a:ext uri="{FF2B5EF4-FFF2-40B4-BE49-F238E27FC236}">
                <a16:creationId xmlns:a16="http://schemas.microsoft.com/office/drawing/2014/main" id="{3DD5A738-C43A-4AF8-DEEF-04C94B6353E1}"/>
              </a:ext>
            </a:extLst>
          </p:cNvPr>
          <p:cNvGrpSpPr/>
          <p:nvPr/>
        </p:nvGrpSpPr>
        <p:grpSpPr>
          <a:xfrm>
            <a:off x="8806863" y="4071468"/>
            <a:ext cx="1528312" cy="1129067"/>
            <a:chOff x="3821496" y="667396"/>
            <a:chExt cx="1528312" cy="1129067"/>
          </a:xfrm>
        </p:grpSpPr>
        <p:grpSp>
          <p:nvGrpSpPr>
            <p:cNvPr id="61" name="Agrupar 64">
              <a:extLst>
                <a:ext uri="{FF2B5EF4-FFF2-40B4-BE49-F238E27FC236}">
                  <a16:creationId xmlns:a16="http://schemas.microsoft.com/office/drawing/2014/main" id="{27F65B3B-9295-5790-3E2F-88C238A1D73F}"/>
                </a:ext>
              </a:extLst>
            </p:cNvPr>
            <p:cNvGrpSpPr/>
            <p:nvPr/>
          </p:nvGrpSpPr>
          <p:grpSpPr>
            <a:xfrm>
              <a:off x="3821496" y="667396"/>
              <a:ext cx="1528312" cy="1129067"/>
              <a:chOff x="3821496" y="667396"/>
              <a:chExt cx="1528312" cy="1129067"/>
            </a:xfrm>
          </p:grpSpPr>
          <p:sp>
            <p:nvSpPr>
              <p:cNvPr id="85" name="Retângulo: Cantos Arredondados 88">
                <a:extLst>
                  <a:ext uri="{FF2B5EF4-FFF2-40B4-BE49-F238E27FC236}">
                    <a16:creationId xmlns:a16="http://schemas.microsoft.com/office/drawing/2014/main" id="{24F55F2A-E327-9431-CF59-7E21D9DF3B9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7" name="Retângulo: Cantos Arredondados 89">
                <a:extLst>
                  <a:ext uri="{FF2B5EF4-FFF2-40B4-BE49-F238E27FC236}">
                    <a16:creationId xmlns:a16="http://schemas.microsoft.com/office/drawing/2014/main" id="{7F37EF09-9F49-E492-55B8-5C3757DC596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9" name="Retângulo: Cantos Arredondados 91">
                <a:extLst>
                  <a:ext uri="{FF2B5EF4-FFF2-40B4-BE49-F238E27FC236}">
                    <a16:creationId xmlns:a16="http://schemas.microsoft.com/office/drawing/2014/main" id="{9B868C3B-5EA6-C91B-2D4B-6F14F46D0A69}"/>
                  </a:ext>
                </a:extLst>
              </p:cNvPr>
              <p:cNvSpPr/>
              <p:nvPr/>
            </p:nvSpPr>
            <p:spPr>
              <a:xfrm>
                <a:off x="3821496" y="755205"/>
                <a:ext cx="1528312" cy="104125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1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2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LAPELA 3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1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MD 2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MD 3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7 -  MIX </a:t>
                </a:r>
                <a:r>
                  <a:rPr lang="pt-BR" sz="800" err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MICs</a:t>
                </a:r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8 - OVER</a:t>
                </a:r>
              </a:p>
              <a:p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62" name="Agrupar 68">
              <a:extLst>
                <a:ext uri="{FF2B5EF4-FFF2-40B4-BE49-F238E27FC236}">
                  <a16:creationId xmlns:a16="http://schemas.microsoft.com/office/drawing/2014/main" id="{EA4EA7DF-3CC3-7790-FC50-CDD398D8DA9A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81" name="Retângulo: Cantos Arredondados 84">
                <a:extLst>
                  <a:ext uri="{FF2B5EF4-FFF2-40B4-BE49-F238E27FC236}">
                    <a16:creationId xmlns:a16="http://schemas.microsoft.com/office/drawing/2014/main" id="{DD07DB8E-A761-2136-2872-638B9B70915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3" name="Retângulo: Cantos Arredondados 85">
                <a:extLst>
                  <a:ext uri="{FF2B5EF4-FFF2-40B4-BE49-F238E27FC236}">
                    <a16:creationId xmlns:a16="http://schemas.microsoft.com/office/drawing/2014/main" id="{1BCC1F30-7B95-A982-E04B-854F4699573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3" name="Agrupar 69">
              <a:extLst>
                <a:ext uri="{FF2B5EF4-FFF2-40B4-BE49-F238E27FC236}">
                  <a16:creationId xmlns:a16="http://schemas.microsoft.com/office/drawing/2014/main" id="{8B380FB0-31BC-8431-A548-02304845B27E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77" name="Retângulo: Cantos Arredondados 80">
                <a:extLst>
                  <a:ext uri="{FF2B5EF4-FFF2-40B4-BE49-F238E27FC236}">
                    <a16:creationId xmlns:a16="http://schemas.microsoft.com/office/drawing/2014/main" id="{24339953-0DCA-D9A2-E6C5-B8298FDAE4E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9" name="Retângulo: Cantos Arredondados 81">
                <a:extLst>
                  <a:ext uri="{FF2B5EF4-FFF2-40B4-BE49-F238E27FC236}">
                    <a16:creationId xmlns:a16="http://schemas.microsoft.com/office/drawing/2014/main" id="{085CBC5D-FEC6-2B12-9D83-BBEEB82D6C4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" name="Agrupar 70">
              <a:extLst>
                <a:ext uri="{FF2B5EF4-FFF2-40B4-BE49-F238E27FC236}">
                  <a16:creationId xmlns:a16="http://schemas.microsoft.com/office/drawing/2014/main" id="{F33D4409-E14E-2A75-D428-6BBF84191219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73" name="Retângulo: Cantos Arredondados 76">
                <a:extLst>
                  <a:ext uri="{FF2B5EF4-FFF2-40B4-BE49-F238E27FC236}">
                    <a16:creationId xmlns:a16="http://schemas.microsoft.com/office/drawing/2014/main" id="{DFFFD7F0-BA35-4FF1-3107-B8623D0A868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5" name="Retângulo: Cantos Arredondados 77">
                <a:extLst>
                  <a:ext uri="{FF2B5EF4-FFF2-40B4-BE49-F238E27FC236}">
                    <a16:creationId xmlns:a16="http://schemas.microsoft.com/office/drawing/2014/main" id="{D58929C4-2D26-C484-894E-2A887379FDF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7" name="Agrupar 71">
              <a:extLst>
                <a:ext uri="{FF2B5EF4-FFF2-40B4-BE49-F238E27FC236}">
                  <a16:creationId xmlns:a16="http://schemas.microsoft.com/office/drawing/2014/main" id="{B8E26E5A-1C6F-760F-F27A-5CC702D76CB7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69" name="Retângulo: Cantos Arredondados 72">
                <a:extLst>
                  <a:ext uri="{FF2B5EF4-FFF2-40B4-BE49-F238E27FC236}">
                    <a16:creationId xmlns:a16="http://schemas.microsoft.com/office/drawing/2014/main" id="{3E3DCA82-520C-3FA5-765D-2ACD9427515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1" name="Retângulo: Cantos Arredondados 73">
                <a:extLst>
                  <a:ext uri="{FF2B5EF4-FFF2-40B4-BE49-F238E27FC236}">
                    <a16:creationId xmlns:a16="http://schemas.microsoft.com/office/drawing/2014/main" id="{5CA5D104-C577-0CD3-3CF8-078B65B793B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96" name="Retângulo: Cantos Arredondados 17">
            <a:extLst>
              <a:ext uri="{FF2B5EF4-FFF2-40B4-BE49-F238E27FC236}">
                <a16:creationId xmlns:a16="http://schemas.microsoft.com/office/drawing/2014/main" id="{0DC15E49-E02A-7230-05DA-79CBB0859AE0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198" name="Conector de seta reta 5">
            <a:extLst>
              <a:ext uri="{FF2B5EF4-FFF2-40B4-BE49-F238E27FC236}">
                <a16:creationId xmlns:a16="http://schemas.microsoft.com/office/drawing/2014/main" id="{3A8C8A2F-B8BA-31E1-C3E0-48377C651885}"/>
              </a:ext>
            </a:extLst>
          </p:cNvPr>
          <p:cNvCxnSpPr>
            <a:stCxn id="196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86403FCC-DE6D-6AC2-12FD-715FC2D49594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205" name="CaixaDeTexto 204">
            <a:extLst>
              <a:ext uri="{FF2B5EF4-FFF2-40B4-BE49-F238E27FC236}">
                <a16:creationId xmlns:a16="http://schemas.microsoft.com/office/drawing/2014/main" id="{FBF4EE08-CE43-2022-3BF2-4C6E2249F7F7}"/>
              </a:ext>
            </a:extLst>
          </p:cNvPr>
          <p:cNvSpPr txBox="1"/>
          <p:nvPr/>
        </p:nvSpPr>
        <p:spPr>
          <a:xfrm>
            <a:off x="6243926" y="238902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210" name="CaixaDeTexto 209">
            <a:extLst>
              <a:ext uri="{FF2B5EF4-FFF2-40B4-BE49-F238E27FC236}">
                <a16:creationId xmlns:a16="http://schemas.microsoft.com/office/drawing/2014/main" id="{7FBEF5B1-8757-654A-9763-8879EEB7D08A}"/>
              </a:ext>
            </a:extLst>
          </p:cNvPr>
          <p:cNvSpPr txBox="1"/>
          <p:nvPr/>
        </p:nvSpPr>
        <p:spPr>
          <a:xfrm>
            <a:off x="6233511" y="268730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211" name="CaixaDeTexto 210">
            <a:extLst>
              <a:ext uri="{FF2B5EF4-FFF2-40B4-BE49-F238E27FC236}">
                <a16:creationId xmlns:a16="http://schemas.microsoft.com/office/drawing/2014/main" id="{E9344B27-79E3-A74E-CE77-8C8E2C77CB63}"/>
              </a:ext>
            </a:extLst>
          </p:cNvPr>
          <p:cNvSpPr txBox="1"/>
          <p:nvPr/>
        </p:nvSpPr>
        <p:spPr>
          <a:xfrm>
            <a:off x="6248400" y="418561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 CONTROLE</a:t>
            </a:r>
            <a:endParaRPr lang="pt-BR"/>
          </a:p>
        </p:txBody>
      </p:sp>
      <p:sp>
        <p:nvSpPr>
          <p:cNvPr id="212" name="CaixaDeTexto 211">
            <a:extLst>
              <a:ext uri="{FF2B5EF4-FFF2-40B4-BE49-F238E27FC236}">
                <a16:creationId xmlns:a16="http://schemas.microsoft.com/office/drawing/2014/main" id="{51F704CF-A328-B9D6-7A3E-FA8A0E12708C}"/>
              </a:ext>
            </a:extLst>
          </p:cNvPr>
          <p:cNvSpPr txBox="1"/>
          <p:nvPr/>
        </p:nvSpPr>
        <p:spPr>
          <a:xfrm>
            <a:off x="6257448" y="450171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sp>
        <p:nvSpPr>
          <p:cNvPr id="213" name="CaixaDeTexto 212">
            <a:extLst>
              <a:ext uri="{FF2B5EF4-FFF2-40B4-BE49-F238E27FC236}">
                <a16:creationId xmlns:a16="http://schemas.microsoft.com/office/drawing/2014/main" id="{DF8EFBD2-2195-EEF3-A700-10BA785ADC92}"/>
              </a:ext>
            </a:extLst>
          </p:cNvPr>
          <p:cNvSpPr txBox="1"/>
          <p:nvPr/>
        </p:nvSpPr>
        <p:spPr>
          <a:xfrm>
            <a:off x="6248400" y="4800808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grpSp>
        <p:nvGrpSpPr>
          <p:cNvPr id="268" name="Agrupar 12">
            <a:extLst>
              <a:ext uri="{FF2B5EF4-FFF2-40B4-BE49-F238E27FC236}">
                <a16:creationId xmlns:a16="http://schemas.microsoft.com/office/drawing/2014/main" id="{0051B393-9F63-94C7-44BB-9E1EC2DA4912}"/>
              </a:ext>
            </a:extLst>
          </p:cNvPr>
          <p:cNvGrpSpPr/>
          <p:nvPr/>
        </p:nvGrpSpPr>
        <p:grpSpPr>
          <a:xfrm>
            <a:off x="10347457" y="4058867"/>
            <a:ext cx="1528312" cy="631838"/>
            <a:chOff x="3802360" y="667396"/>
            <a:chExt cx="1528312" cy="631838"/>
          </a:xfrm>
        </p:grpSpPr>
        <p:grpSp>
          <p:nvGrpSpPr>
            <p:cNvPr id="269" name="Agrupar 64">
              <a:extLst>
                <a:ext uri="{FF2B5EF4-FFF2-40B4-BE49-F238E27FC236}">
                  <a16:creationId xmlns:a16="http://schemas.microsoft.com/office/drawing/2014/main" id="{E1BFEB27-6C59-7F6A-C337-276E6553405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82" name="Retângulo: Cantos Arredondados 88">
                <a:extLst>
                  <a:ext uri="{FF2B5EF4-FFF2-40B4-BE49-F238E27FC236}">
                    <a16:creationId xmlns:a16="http://schemas.microsoft.com/office/drawing/2014/main" id="{79E3B702-99D5-76BB-08CB-8CE62F56DCD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3" name="Retângulo: Cantos Arredondados 89">
                <a:extLst>
                  <a:ext uri="{FF2B5EF4-FFF2-40B4-BE49-F238E27FC236}">
                    <a16:creationId xmlns:a16="http://schemas.microsoft.com/office/drawing/2014/main" id="{6D3053FF-D62F-C50C-899A-71FB6AB564C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4" name="Retângulo: Cantos Arredondados 91">
                <a:extLst>
                  <a:ext uri="{FF2B5EF4-FFF2-40B4-BE49-F238E27FC236}">
                    <a16:creationId xmlns:a16="http://schemas.microsoft.com/office/drawing/2014/main" id="{307B0E7E-B755-8CE0-DDAC-E49ADA36AA15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70" name="Agrupar 68">
              <a:extLst>
                <a:ext uri="{FF2B5EF4-FFF2-40B4-BE49-F238E27FC236}">
                  <a16:creationId xmlns:a16="http://schemas.microsoft.com/office/drawing/2014/main" id="{AFD76ADB-E383-FA39-2916-D26B491A93C6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80" name="Retângulo: Cantos Arredondados 84">
                <a:extLst>
                  <a:ext uri="{FF2B5EF4-FFF2-40B4-BE49-F238E27FC236}">
                    <a16:creationId xmlns:a16="http://schemas.microsoft.com/office/drawing/2014/main" id="{B045C4EC-0123-2D88-BB9F-83CF9BE8A2C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1" name="Retângulo: Cantos Arredondados 85">
                <a:extLst>
                  <a:ext uri="{FF2B5EF4-FFF2-40B4-BE49-F238E27FC236}">
                    <a16:creationId xmlns:a16="http://schemas.microsoft.com/office/drawing/2014/main" id="{B63739F1-364D-0533-7563-92F356B6216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71" name="Agrupar 69">
              <a:extLst>
                <a:ext uri="{FF2B5EF4-FFF2-40B4-BE49-F238E27FC236}">
                  <a16:creationId xmlns:a16="http://schemas.microsoft.com/office/drawing/2014/main" id="{DA2F4704-36D0-F84A-C243-21884D2ED4F2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78" name="Retângulo: Cantos Arredondados 80">
                <a:extLst>
                  <a:ext uri="{FF2B5EF4-FFF2-40B4-BE49-F238E27FC236}">
                    <a16:creationId xmlns:a16="http://schemas.microsoft.com/office/drawing/2014/main" id="{9E80DDD9-3A4C-CD41-2B8B-DA74324767B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79" name="Retângulo: Cantos Arredondados 81">
                <a:extLst>
                  <a:ext uri="{FF2B5EF4-FFF2-40B4-BE49-F238E27FC236}">
                    <a16:creationId xmlns:a16="http://schemas.microsoft.com/office/drawing/2014/main" id="{6BFED310-547A-E77B-04CE-4BD381D304B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72" name="Agrupar 70">
              <a:extLst>
                <a:ext uri="{FF2B5EF4-FFF2-40B4-BE49-F238E27FC236}">
                  <a16:creationId xmlns:a16="http://schemas.microsoft.com/office/drawing/2014/main" id="{CDFCD212-56BF-6879-8F37-8AD4D3B2C9B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76" name="Retângulo: Cantos Arredondados 76">
                <a:extLst>
                  <a:ext uri="{FF2B5EF4-FFF2-40B4-BE49-F238E27FC236}">
                    <a16:creationId xmlns:a16="http://schemas.microsoft.com/office/drawing/2014/main" id="{779FF312-18C6-99AB-C626-20E3F7613B5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77" name="Retângulo: Cantos Arredondados 77">
                <a:extLst>
                  <a:ext uri="{FF2B5EF4-FFF2-40B4-BE49-F238E27FC236}">
                    <a16:creationId xmlns:a16="http://schemas.microsoft.com/office/drawing/2014/main" id="{B90EA0B2-7EAF-3C6A-D66B-4E4C451C085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73" name="Agrupar 71">
              <a:extLst>
                <a:ext uri="{FF2B5EF4-FFF2-40B4-BE49-F238E27FC236}">
                  <a16:creationId xmlns:a16="http://schemas.microsoft.com/office/drawing/2014/main" id="{B94C7E5D-386B-231B-0120-8D64CF7B6EE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74" name="Retângulo: Cantos Arredondados 72">
                <a:extLst>
                  <a:ext uri="{FF2B5EF4-FFF2-40B4-BE49-F238E27FC236}">
                    <a16:creationId xmlns:a16="http://schemas.microsoft.com/office/drawing/2014/main" id="{36B94F4B-7619-74F9-1D88-6B6D0886874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75" name="Retângulo: Cantos Arredondados 73">
                <a:extLst>
                  <a:ext uri="{FF2B5EF4-FFF2-40B4-BE49-F238E27FC236}">
                    <a16:creationId xmlns:a16="http://schemas.microsoft.com/office/drawing/2014/main" id="{F962211E-6708-838A-3AC4-9AC20107445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285" name="Grupo 432">
            <a:extLst>
              <a:ext uri="{FF2B5EF4-FFF2-40B4-BE49-F238E27FC236}">
                <a16:creationId xmlns:a16="http://schemas.microsoft.com/office/drawing/2014/main" id="{4114E77F-2D2E-DB5B-1283-92F778506AEA}"/>
              </a:ext>
            </a:extLst>
          </p:cNvPr>
          <p:cNvGrpSpPr/>
          <p:nvPr/>
        </p:nvGrpSpPr>
        <p:grpSpPr>
          <a:xfrm>
            <a:off x="10347457" y="4507167"/>
            <a:ext cx="1528312" cy="1014230"/>
            <a:chOff x="10671592" y="4802481"/>
            <a:chExt cx="1528312" cy="1014230"/>
          </a:xfrm>
        </p:grpSpPr>
        <p:grpSp>
          <p:nvGrpSpPr>
            <p:cNvPr id="286" name="Agrupar 12">
              <a:extLst>
                <a:ext uri="{FF2B5EF4-FFF2-40B4-BE49-F238E27FC236}">
                  <a16:creationId xmlns:a16="http://schemas.microsoft.com/office/drawing/2014/main" id="{D9C27DE7-D7FE-966C-0685-F505652E2B3C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288" name="Agrupar 64">
                <a:extLst>
                  <a:ext uri="{FF2B5EF4-FFF2-40B4-BE49-F238E27FC236}">
                    <a16:creationId xmlns:a16="http://schemas.microsoft.com/office/drawing/2014/main" id="{2120E9E5-96A2-FC4A-29B3-6B1F0B92E319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301" name="Retângulo: Cantos Arredondados 88">
                  <a:extLst>
                    <a:ext uri="{FF2B5EF4-FFF2-40B4-BE49-F238E27FC236}">
                      <a16:creationId xmlns:a16="http://schemas.microsoft.com/office/drawing/2014/main" id="{41EDC86A-78E2-8D92-FE06-59DEF43B6597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02" name="Retângulo: Cantos Arredondados 89">
                  <a:extLst>
                    <a:ext uri="{FF2B5EF4-FFF2-40B4-BE49-F238E27FC236}">
                      <a16:creationId xmlns:a16="http://schemas.microsoft.com/office/drawing/2014/main" id="{54D3125A-854E-1813-A237-6BC11168779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03" name="Retângulo: Cantos Arredondados 91">
                  <a:extLst>
                    <a:ext uri="{FF2B5EF4-FFF2-40B4-BE49-F238E27FC236}">
                      <a16:creationId xmlns:a16="http://schemas.microsoft.com/office/drawing/2014/main" id="{16C6C808-5653-458F-A62C-D68DC314D5B6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289" name="Agrupar 68">
                <a:extLst>
                  <a:ext uri="{FF2B5EF4-FFF2-40B4-BE49-F238E27FC236}">
                    <a16:creationId xmlns:a16="http://schemas.microsoft.com/office/drawing/2014/main" id="{A781724D-3C09-BF69-DAD9-5392B4777A14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299" name="Retângulo: Cantos Arredondados 84">
                  <a:extLst>
                    <a:ext uri="{FF2B5EF4-FFF2-40B4-BE49-F238E27FC236}">
                      <a16:creationId xmlns:a16="http://schemas.microsoft.com/office/drawing/2014/main" id="{199C223B-E10D-9A0E-F36C-11FC0EF5C22F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00" name="Retângulo: Cantos Arredondados 85">
                  <a:extLst>
                    <a:ext uri="{FF2B5EF4-FFF2-40B4-BE49-F238E27FC236}">
                      <a16:creationId xmlns:a16="http://schemas.microsoft.com/office/drawing/2014/main" id="{D5EF3AD5-38FB-5CBD-6DF2-3AA4DB621C0C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90" name="Agrupar 69">
                <a:extLst>
                  <a:ext uri="{FF2B5EF4-FFF2-40B4-BE49-F238E27FC236}">
                    <a16:creationId xmlns:a16="http://schemas.microsoft.com/office/drawing/2014/main" id="{97A1F037-2DD7-D435-B11B-0E3688D073C9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297" name="Retângulo: Cantos Arredondados 80">
                  <a:extLst>
                    <a:ext uri="{FF2B5EF4-FFF2-40B4-BE49-F238E27FC236}">
                      <a16:creationId xmlns:a16="http://schemas.microsoft.com/office/drawing/2014/main" id="{C4E106DD-54F4-2DF1-B274-B42C0CDF5FAA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8" name="Retângulo: Cantos Arredondados 81">
                  <a:extLst>
                    <a:ext uri="{FF2B5EF4-FFF2-40B4-BE49-F238E27FC236}">
                      <a16:creationId xmlns:a16="http://schemas.microsoft.com/office/drawing/2014/main" id="{C5229E02-58BD-F065-9E92-1253685982B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91" name="Agrupar 70">
                <a:extLst>
                  <a:ext uri="{FF2B5EF4-FFF2-40B4-BE49-F238E27FC236}">
                    <a16:creationId xmlns:a16="http://schemas.microsoft.com/office/drawing/2014/main" id="{8177AAF1-A533-C263-05D8-1D6926E12C14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295" name="Retângulo: Cantos Arredondados 76">
                  <a:extLst>
                    <a:ext uri="{FF2B5EF4-FFF2-40B4-BE49-F238E27FC236}">
                      <a16:creationId xmlns:a16="http://schemas.microsoft.com/office/drawing/2014/main" id="{BF743A52-89C5-841C-B495-F64EADE14A74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6" name="Retângulo: Cantos Arredondados 77">
                  <a:extLst>
                    <a:ext uri="{FF2B5EF4-FFF2-40B4-BE49-F238E27FC236}">
                      <a16:creationId xmlns:a16="http://schemas.microsoft.com/office/drawing/2014/main" id="{4F98433E-B283-A257-3FC9-FEEEF580270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92" name="Agrupar 71">
                <a:extLst>
                  <a:ext uri="{FF2B5EF4-FFF2-40B4-BE49-F238E27FC236}">
                    <a16:creationId xmlns:a16="http://schemas.microsoft.com/office/drawing/2014/main" id="{CAEAA4DE-B734-61E6-1149-86E9868D0BA2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293" name="Retângulo: Cantos Arredondados 72">
                  <a:extLst>
                    <a:ext uri="{FF2B5EF4-FFF2-40B4-BE49-F238E27FC236}">
                      <a16:creationId xmlns:a16="http://schemas.microsoft.com/office/drawing/2014/main" id="{0FF7F5C7-2315-40D4-8C8F-3F34E3A1385E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4" name="Retângulo: Cantos Arredondados 73">
                  <a:extLst>
                    <a:ext uri="{FF2B5EF4-FFF2-40B4-BE49-F238E27FC236}">
                      <a16:creationId xmlns:a16="http://schemas.microsoft.com/office/drawing/2014/main" id="{E57217CD-3616-ED00-BE9D-8F15D1D48E99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287" name="Retângulo: Cantos Arredondados 62">
              <a:extLst>
                <a:ext uri="{FF2B5EF4-FFF2-40B4-BE49-F238E27FC236}">
                  <a16:creationId xmlns:a16="http://schemas.microsoft.com/office/drawing/2014/main" id="{032B7F34-51EE-86BC-8F76-DBF365A7D7BA}"/>
                </a:ext>
              </a:extLst>
            </p:cNvPr>
            <p:cNvSpPr/>
            <p:nvPr/>
          </p:nvSpPr>
          <p:spPr>
            <a:xfrm>
              <a:off x="10721457" y="4802481"/>
              <a:ext cx="1478445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grpSp>
        <p:nvGrpSpPr>
          <p:cNvPr id="305" name="Agrupar 12">
            <a:extLst>
              <a:ext uri="{FF2B5EF4-FFF2-40B4-BE49-F238E27FC236}">
                <a16:creationId xmlns:a16="http://schemas.microsoft.com/office/drawing/2014/main" id="{F889B646-0E35-1722-0472-08621D92E909}"/>
              </a:ext>
            </a:extLst>
          </p:cNvPr>
          <p:cNvGrpSpPr/>
          <p:nvPr/>
        </p:nvGrpSpPr>
        <p:grpSpPr>
          <a:xfrm>
            <a:off x="10687128" y="5713498"/>
            <a:ext cx="294508" cy="1294705"/>
            <a:chOff x="4082569" y="667396"/>
            <a:chExt cx="269559" cy="631838"/>
          </a:xfrm>
        </p:grpSpPr>
        <p:grpSp>
          <p:nvGrpSpPr>
            <p:cNvPr id="306" name="Agrupar 64">
              <a:extLst>
                <a:ext uri="{FF2B5EF4-FFF2-40B4-BE49-F238E27FC236}">
                  <a16:creationId xmlns:a16="http://schemas.microsoft.com/office/drawing/2014/main" id="{611E9757-9E2B-04F4-5A94-0A71E80D8617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319" name="Retângulo: Cantos Arredondados 88">
                <a:extLst>
                  <a:ext uri="{FF2B5EF4-FFF2-40B4-BE49-F238E27FC236}">
                    <a16:creationId xmlns:a16="http://schemas.microsoft.com/office/drawing/2014/main" id="{585081E2-002D-2618-EEF6-9DC96569A2B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0" name="Retângulo: Cantos Arredondados 89">
                <a:extLst>
                  <a:ext uri="{FF2B5EF4-FFF2-40B4-BE49-F238E27FC236}">
                    <a16:creationId xmlns:a16="http://schemas.microsoft.com/office/drawing/2014/main" id="{6E2CF347-D3DB-33CD-B76B-5071D188AFC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7" name="Agrupar 68">
              <a:extLst>
                <a:ext uri="{FF2B5EF4-FFF2-40B4-BE49-F238E27FC236}">
                  <a16:creationId xmlns:a16="http://schemas.microsoft.com/office/drawing/2014/main" id="{C3C4EBC6-0DD1-FE1F-A7DB-547BD8366854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17" name="Retângulo: Cantos Arredondados 84">
                <a:extLst>
                  <a:ext uri="{FF2B5EF4-FFF2-40B4-BE49-F238E27FC236}">
                    <a16:creationId xmlns:a16="http://schemas.microsoft.com/office/drawing/2014/main" id="{8630D302-3852-14C8-DD89-B2805240EC3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8" name="Retângulo: Cantos Arredondados 85">
                <a:extLst>
                  <a:ext uri="{FF2B5EF4-FFF2-40B4-BE49-F238E27FC236}">
                    <a16:creationId xmlns:a16="http://schemas.microsoft.com/office/drawing/2014/main" id="{EF8A8056-D68A-D5F1-958E-C67686C7EED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8" name="Agrupar 69">
              <a:extLst>
                <a:ext uri="{FF2B5EF4-FFF2-40B4-BE49-F238E27FC236}">
                  <a16:creationId xmlns:a16="http://schemas.microsoft.com/office/drawing/2014/main" id="{D96650DD-6A70-8CCE-FF04-190A12DD76C8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15" name="Retângulo: Cantos Arredondados 80">
                <a:extLst>
                  <a:ext uri="{FF2B5EF4-FFF2-40B4-BE49-F238E27FC236}">
                    <a16:creationId xmlns:a16="http://schemas.microsoft.com/office/drawing/2014/main" id="{B87017F4-8AB0-F4B4-33C8-CF8BD9EDA77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6" name="Retângulo: Cantos Arredondados 81">
                <a:extLst>
                  <a:ext uri="{FF2B5EF4-FFF2-40B4-BE49-F238E27FC236}">
                    <a16:creationId xmlns:a16="http://schemas.microsoft.com/office/drawing/2014/main" id="{B086EC00-B38E-C9F5-B832-E3B377D9D61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9" name="Agrupar 70">
              <a:extLst>
                <a:ext uri="{FF2B5EF4-FFF2-40B4-BE49-F238E27FC236}">
                  <a16:creationId xmlns:a16="http://schemas.microsoft.com/office/drawing/2014/main" id="{EB06DCF5-2B43-C260-A508-445468B4C44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13" name="Retângulo: Cantos Arredondados 76">
                <a:extLst>
                  <a:ext uri="{FF2B5EF4-FFF2-40B4-BE49-F238E27FC236}">
                    <a16:creationId xmlns:a16="http://schemas.microsoft.com/office/drawing/2014/main" id="{D4E18079-675E-9F46-4A3A-2433A939E83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4" name="Retângulo: Cantos Arredondados 77">
                <a:extLst>
                  <a:ext uri="{FF2B5EF4-FFF2-40B4-BE49-F238E27FC236}">
                    <a16:creationId xmlns:a16="http://schemas.microsoft.com/office/drawing/2014/main" id="{F61A016B-0128-8213-34BE-15F990E2AD1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0" name="Agrupar 71">
              <a:extLst>
                <a:ext uri="{FF2B5EF4-FFF2-40B4-BE49-F238E27FC236}">
                  <a16:creationId xmlns:a16="http://schemas.microsoft.com/office/drawing/2014/main" id="{CB4BDCC1-494C-7EE5-103C-942F8033F29F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11" name="Retângulo: Cantos Arredondados 72">
                <a:extLst>
                  <a:ext uri="{FF2B5EF4-FFF2-40B4-BE49-F238E27FC236}">
                    <a16:creationId xmlns:a16="http://schemas.microsoft.com/office/drawing/2014/main" id="{8191B987-C506-423B-CB23-73EA7F0ED14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2" name="Retângulo: Cantos Arredondados 73">
                <a:extLst>
                  <a:ext uri="{FF2B5EF4-FFF2-40B4-BE49-F238E27FC236}">
                    <a16:creationId xmlns:a16="http://schemas.microsoft.com/office/drawing/2014/main" id="{E50C2363-1EFB-DCC4-0381-C1E27AD87BC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22" name="Retângulo: Cantos Arredondados 62">
            <a:extLst>
              <a:ext uri="{FF2B5EF4-FFF2-40B4-BE49-F238E27FC236}">
                <a16:creationId xmlns:a16="http://schemas.microsoft.com/office/drawing/2014/main" id="{C927D9AF-B469-F9B5-F2A6-8A3221294D93}"/>
              </a:ext>
            </a:extLst>
          </p:cNvPr>
          <p:cNvSpPr/>
          <p:nvPr/>
        </p:nvSpPr>
        <p:spPr>
          <a:xfrm>
            <a:off x="10397323" y="3701986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23" name="Agrupar 12">
            <a:extLst>
              <a:ext uri="{FF2B5EF4-FFF2-40B4-BE49-F238E27FC236}">
                <a16:creationId xmlns:a16="http://schemas.microsoft.com/office/drawing/2014/main" id="{E44BAA15-B9DD-031D-F2FC-D107C30C040B}"/>
              </a:ext>
            </a:extLst>
          </p:cNvPr>
          <p:cNvGrpSpPr/>
          <p:nvPr/>
        </p:nvGrpSpPr>
        <p:grpSpPr>
          <a:xfrm>
            <a:off x="10371776" y="5770681"/>
            <a:ext cx="1669765" cy="1294706"/>
            <a:chOff x="3802360" y="667396"/>
            <a:chExt cx="1528312" cy="631838"/>
          </a:xfrm>
        </p:grpSpPr>
        <p:grpSp>
          <p:nvGrpSpPr>
            <p:cNvPr id="324" name="Agrupar 64">
              <a:extLst>
                <a:ext uri="{FF2B5EF4-FFF2-40B4-BE49-F238E27FC236}">
                  <a16:creationId xmlns:a16="http://schemas.microsoft.com/office/drawing/2014/main" id="{164367A2-DCE5-A44F-B382-6056AEADD458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37" name="Retângulo: Cantos Arredondados 88">
                <a:extLst>
                  <a:ext uri="{FF2B5EF4-FFF2-40B4-BE49-F238E27FC236}">
                    <a16:creationId xmlns:a16="http://schemas.microsoft.com/office/drawing/2014/main" id="{56A72BB9-4CC2-AAF7-4F85-028F85CE6E5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8" name="Retângulo: Cantos Arredondados 89">
                <a:extLst>
                  <a:ext uri="{FF2B5EF4-FFF2-40B4-BE49-F238E27FC236}">
                    <a16:creationId xmlns:a16="http://schemas.microsoft.com/office/drawing/2014/main" id="{88F5BBBF-C9C3-62BA-6387-1DC66C677C5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9" name="Retângulo: Cantos Arredondados 91">
                <a:extLst>
                  <a:ext uri="{FF2B5EF4-FFF2-40B4-BE49-F238E27FC236}">
                    <a16:creationId xmlns:a16="http://schemas.microsoft.com/office/drawing/2014/main" id="{5191691F-1A52-B6CF-A8BF-C0AD4D618DE8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25" name="Agrupar 68">
              <a:extLst>
                <a:ext uri="{FF2B5EF4-FFF2-40B4-BE49-F238E27FC236}">
                  <a16:creationId xmlns:a16="http://schemas.microsoft.com/office/drawing/2014/main" id="{50E630AC-9F51-9ECC-0204-8E4C0A4C53C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35" name="Retângulo: Cantos Arredondados 84">
                <a:extLst>
                  <a:ext uri="{FF2B5EF4-FFF2-40B4-BE49-F238E27FC236}">
                    <a16:creationId xmlns:a16="http://schemas.microsoft.com/office/drawing/2014/main" id="{BAD64A3B-3630-2900-D445-9036CA5E3A0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6" name="Retângulo: Cantos Arredondados 85">
                <a:extLst>
                  <a:ext uri="{FF2B5EF4-FFF2-40B4-BE49-F238E27FC236}">
                    <a16:creationId xmlns:a16="http://schemas.microsoft.com/office/drawing/2014/main" id="{C846D22A-6141-AC81-C2CE-BB717E84A51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26" name="Agrupar 69">
              <a:extLst>
                <a:ext uri="{FF2B5EF4-FFF2-40B4-BE49-F238E27FC236}">
                  <a16:creationId xmlns:a16="http://schemas.microsoft.com/office/drawing/2014/main" id="{E011C203-254C-FCCD-37A3-44D69A17653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33" name="Retângulo: Cantos Arredondados 80">
                <a:extLst>
                  <a:ext uri="{FF2B5EF4-FFF2-40B4-BE49-F238E27FC236}">
                    <a16:creationId xmlns:a16="http://schemas.microsoft.com/office/drawing/2014/main" id="{7E8EB4C1-DFFD-686E-943F-D136D204560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4" name="Retângulo: Cantos Arredondados 81">
                <a:extLst>
                  <a:ext uri="{FF2B5EF4-FFF2-40B4-BE49-F238E27FC236}">
                    <a16:creationId xmlns:a16="http://schemas.microsoft.com/office/drawing/2014/main" id="{E2AD81CE-0AB6-E437-44B0-E219F9FCC06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27" name="Agrupar 70">
              <a:extLst>
                <a:ext uri="{FF2B5EF4-FFF2-40B4-BE49-F238E27FC236}">
                  <a16:creationId xmlns:a16="http://schemas.microsoft.com/office/drawing/2014/main" id="{B1B6CE19-4C3C-9686-7556-B9B64F65ADA2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31" name="Retângulo: Cantos Arredondados 76">
                <a:extLst>
                  <a:ext uri="{FF2B5EF4-FFF2-40B4-BE49-F238E27FC236}">
                    <a16:creationId xmlns:a16="http://schemas.microsoft.com/office/drawing/2014/main" id="{A516BDB2-3E35-3F80-634A-9EE76B041FC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2" name="Retângulo: Cantos Arredondados 77">
                <a:extLst>
                  <a:ext uri="{FF2B5EF4-FFF2-40B4-BE49-F238E27FC236}">
                    <a16:creationId xmlns:a16="http://schemas.microsoft.com/office/drawing/2014/main" id="{921C7F0E-A08C-F834-0FFD-3E00660A1B4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28" name="Agrupar 71">
              <a:extLst>
                <a:ext uri="{FF2B5EF4-FFF2-40B4-BE49-F238E27FC236}">
                  <a16:creationId xmlns:a16="http://schemas.microsoft.com/office/drawing/2014/main" id="{BD276349-179B-8BB7-F3E1-7617CD9A3DD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29" name="Retângulo: Cantos Arredondados 72">
                <a:extLst>
                  <a:ext uri="{FF2B5EF4-FFF2-40B4-BE49-F238E27FC236}">
                    <a16:creationId xmlns:a16="http://schemas.microsoft.com/office/drawing/2014/main" id="{62F88701-095D-CC91-9AF7-B7ACD4B6B6B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0" name="Retângulo: Cantos Arredondados 73">
                <a:extLst>
                  <a:ext uri="{FF2B5EF4-FFF2-40B4-BE49-F238E27FC236}">
                    <a16:creationId xmlns:a16="http://schemas.microsoft.com/office/drawing/2014/main" id="{5CC6D09C-96E1-9A84-82D0-F9D2D3FA998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40" name="Retângulo: Cantos Arredondados 62">
            <a:extLst>
              <a:ext uri="{FF2B5EF4-FFF2-40B4-BE49-F238E27FC236}">
                <a16:creationId xmlns:a16="http://schemas.microsoft.com/office/drawing/2014/main" id="{D556A211-DABA-378D-3FCB-EFD6CC4EF3A8}"/>
              </a:ext>
            </a:extLst>
          </p:cNvPr>
          <p:cNvSpPr/>
          <p:nvPr/>
        </p:nvSpPr>
        <p:spPr>
          <a:xfrm>
            <a:off x="10354550" y="5349964"/>
            <a:ext cx="1478445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8231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912B-FF06-A32E-59C3-E6080F54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1E182AF-8E65-2A45-E52E-0E4047B95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CB04E15-72ED-D543-594D-864856E80C6F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93CF8C82-A0C2-D462-D334-0D18210A60E0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BHE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CBF19F-A2CB-47AA-4A96-7AF589F06702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1A772FF-4BB6-0805-617A-A18DB4615D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CDDAFC44-33E4-8EA7-829C-8862A2B39BEB}"/>
              </a:ext>
            </a:extLst>
          </p:cNvPr>
          <p:cNvGrpSpPr/>
          <p:nvPr/>
        </p:nvGrpSpPr>
        <p:grpSpPr>
          <a:xfrm>
            <a:off x="278771" y="912891"/>
            <a:ext cx="1824349" cy="642592"/>
            <a:chOff x="4082569" y="592383"/>
            <a:chExt cx="182434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BB809B76-BB58-5127-9F14-2C22B8F74ECA}"/>
                </a:ext>
              </a:extLst>
            </p:cNvPr>
            <p:cNvGrpSpPr/>
            <p:nvPr/>
          </p:nvGrpSpPr>
          <p:grpSpPr>
            <a:xfrm>
              <a:off x="4082569" y="592383"/>
              <a:ext cx="1824349" cy="192846"/>
              <a:chOff x="4082569" y="592383"/>
              <a:chExt cx="1824349" cy="192846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5BC2AF3E-0353-2BE2-D747-53A7666E174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2510EF43-E3A6-4283-1D3C-2D379E5FF3E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58A88C4E-C150-669A-EDEF-E7047487DD06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717636" cy="192846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DIAMANTINA BHE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52596FE4-2E87-0625-E5B2-E331D1E0F1A4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B8446523-E3B9-B430-B0E2-FC16B48DD74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40F16219-4527-8A58-DB34-A0D1A74CE37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9107AB1C-B4FA-D1A2-E7CF-0855AFA5DDF3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5D11E9BB-1BD3-B945-6E39-731D246AFF9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16921641-8E96-D9E8-4CC5-FE94186FD0E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EEABD018-BB56-6FB2-3050-7CDB351B669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ED16CF8D-3F4E-3FE1-431D-7A2831908371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CCC57BDC-E91E-57A1-75DD-60E7EC075ED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FB62068F-0CA9-E0AD-08BD-1A90AE4D723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208D1E60-65BA-0000-43E1-C3121B24D797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E9A2909E-93C9-890E-0F66-2F15D4600D5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90221B42-1786-96AC-8314-5B842855412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43D90AF1-D94C-9165-0011-8BB6C9918E86}"/>
              </a:ext>
            </a:extLst>
          </p:cNvPr>
          <p:cNvSpPr/>
          <p:nvPr/>
        </p:nvSpPr>
        <p:spPr>
          <a:xfrm>
            <a:off x="29626" y="645737"/>
            <a:ext cx="1817462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79AE4FD-15A4-6E80-B1C5-F5182DBF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4BA038A-E1BF-85FF-6BFC-6FA6E9027A4B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7BD6B77-D845-517F-8FE7-8B1CE4503AF6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  <a:endParaRPr lang="pt-BR"/>
          </a:p>
        </p:txBody>
      </p:sp>
      <p:sp>
        <p:nvSpPr>
          <p:cNvPr id="16" name="Retângulo: Cantos Arredondados 63">
            <a:extLst>
              <a:ext uri="{FF2B5EF4-FFF2-40B4-BE49-F238E27FC236}">
                <a16:creationId xmlns:a16="http://schemas.microsoft.com/office/drawing/2014/main" id="{95A318DC-4FF5-E5A8-E983-19C07E1495FB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BHE </a:t>
            </a:r>
          </a:p>
        </p:txBody>
      </p:sp>
      <p:cxnSp>
        <p:nvCxnSpPr>
          <p:cNvPr id="18" name="Conector de seta reta 154">
            <a:extLst>
              <a:ext uri="{FF2B5EF4-FFF2-40B4-BE49-F238E27FC236}">
                <a16:creationId xmlns:a16="http://schemas.microsoft.com/office/drawing/2014/main" id="{17F44C22-4B06-EB0C-FB69-A7B5FDAD182C}"/>
              </a:ext>
            </a:extLst>
          </p:cNvPr>
          <p:cNvCxnSpPr/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57">
            <a:extLst>
              <a:ext uri="{FF2B5EF4-FFF2-40B4-BE49-F238E27FC236}">
                <a16:creationId xmlns:a16="http://schemas.microsoft.com/office/drawing/2014/main" id="{03295FBC-38FC-A716-46D9-36D5E4D94722}"/>
              </a:ext>
            </a:extLst>
          </p:cNvPr>
          <p:cNvCxnSpPr/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14">
            <a:extLst>
              <a:ext uri="{FF2B5EF4-FFF2-40B4-BE49-F238E27FC236}">
                <a16:creationId xmlns:a16="http://schemas.microsoft.com/office/drawing/2014/main" id="{A4369CC4-F818-D437-DB81-743C63693B8D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CTL COM</a:t>
            </a:r>
          </a:p>
        </p:txBody>
      </p:sp>
      <p:sp>
        <p:nvSpPr>
          <p:cNvPr id="26" name="Retângulo: Cantos Arredondados 17">
            <a:extLst>
              <a:ext uri="{FF2B5EF4-FFF2-40B4-BE49-F238E27FC236}">
                <a16:creationId xmlns:a16="http://schemas.microsoft.com/office/drawing/2014/main" id="{70D4A9AD-794C-E54B-0B45-FF82CF90C928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2" name="Conector de seta reta 177">
            <a:extLst>
              <a:ext uri="{FF2B5EF4-FFF2-40B4-BE49-F238E27FC236}">
                <a16:creationId xmlns:a16="http://schemas.microsoft.com/office/drawing/2014/main" id="{A0FCB4E1-E528-4A6C-DE55-9B5C1DD0DE29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181">
            <a:extLst>
              <a:ext uri="{FF2B5EF4-FFF2-40B4-BE49-F238E27FC236}">
                <a16:creationId xmlns:a16="http://schemas.microsoft.com/office/drawing/2014/main" id="{0E997DDA-478F-CE93-2ED2-6ED09A77358A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23">
            <a:extLst>
              <a:ext uri="{FF2B5EF4-FFF2-40B4-BE49-F238E27FC236}">
                <a16:creationId xmlns:a16="http://schemas.microsoft.com/office/drawing/2014/main" id="{36DF5B6C-4E22-CFD9-02AB-D23568EEDC74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38" name="Retângulo: Cantos Arredondados 63">
            <a:extLst>
              <a:ext uri="{FF2B5EF4-FFF2-40B4-BE49-F238E27FC236}">
                <a16:creationId xmlns:a16="http://schemas.microsoft.com/office/drawing/2014/main" id="{32BCAE12-6583-A8FC-E722-27C119B61139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BHE </a:t>
            </a:r>
          </a:p>
        </p:txBody>
      </p:sp>
      <p:cxnSp>
        <p:nvCxnSpPr>
          <p:cNvPr id="40" name="Conector de seta reta 260">
            <a:extLst>
              <a:ext uri="{FF2B5EF4-FFF2-40B4-BE49-F238E27FC236}">
                <a16:creationId xmlns:a16="http://schemas.microsoft.com/office/drawing/2014/main" id="{CD726838-147F-A62C-0058-EEB6BA83E156}"/>
              </a:ext>
            </a:extLst>
          </p:cNvPr>
          <p:cNvCxnSpPr/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ângulo: Cantos Arredondados 14">
            <a:extLst>
              <a:ext uri="{FF2B5EF4-FFF2-40B4-BE49-F238E27FC236}">
                <a16:creationId xmlns:a16="http://schemas.microsoft.com/office/drawing/2014/main" id="{5E013CAB-32DC-0A79-4130-28CFF8C40D43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44" name="Conector de seta reta 268">
            <a:extLst>
              <a:ext uri="{FF2B5EF4-FFF2-40B4-BE49-F238E27FC236}">
                <a16:creationId xmlns:a16="http://schemas.microsoft.com/office/drawing/2014/main" id="{3C7F264F-AE25-E92B-EB7A-51C791174935}"/>
              </a:ext>
            </a:extLst>
          </p:cNvPr>
          <p:cNvCxnSpPr/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AAA7669-9049-6DCA-5D4A-19B0D6E35F1C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48" name="Retângulo: Cantos Arredondados 63">
            <a:extLst>
              <a:ext uri="{FF2B5EF4-FFF2-40B4-BE49-F238E27FC236}">
                <a16:creationId xmlns:a16="http://schemas.microsoft.com/office/drawing/2014/main" id="{BB776A90-44CC-06F7-85C1-9321EB634012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50" name="Retângulo: Cantos Arredondados 63">
            <a:extLst>
              <a:ext uri="{FF2B5EF4-FFF2-40B4-BE49-F238E27FC236}">
                <a16:creationId xmlns:a16="http://schemas.microsoft.com/office/drawing/2014/main" id="{5823F1E8-DC72-4A1D-E7ED-9F4F26473871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</a:p>
        </p:txBody>
      </p:sp>
      <p:sp>
        <p:nvSpPr>
          <p:cNvPr id="54" name="Retângulo: Cantos Arredondados 17">
            <a:extLst>
              <a:ext uri="{FF2B5EF4-FFF2-40B4-BE49-F238E27FC236}">
                <a16:creationId xmlns:a16="http://schemas.microsoft.com/office/drawing/2014/main" id="{39958601-E40D-00DC-8AEB-B8C9C84D3686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56" name="Retângulo: Cantos Arredondados 23">
            <a:extLst>
              <a:ext uri="{FF2B5EF4-FFF2-40B4-BE49-F238E27FC236}">
                <a16:creationId xmlns:a16="http://schemas.microsoft.com/office/drawing/2014/main" id="{EA4B9469-05C6-BA64-83D7-AF4455F4935C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cxnSp>
        <p:nvCxnSpPr>
          <p:cNvPr id="58" name="Conector de seta reta 292">
            <a:extLst>
              <a:ext uri="{FF2B5EF4-FFF2-40B4-BE49-F238E27FC236}">
                <a16:creationId xmlns:a16="http://schemas.microsoft.com/office/drawing/2014/main" id="{BAE6199C-C066-20C2-0573-6103E999CA78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6233511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293">
            <a:extLst>
              <a:ext uri="{FF2B5EF4-FFF2-40B4-BE49-F238E27FC236}">
                <a16:creationId xmlns:a16="http://schemas.microsoft.com/office/drawing/2014/main" id="{20522C44-9778-7BCA-59F1-EBE49F69AE34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6233512" y="1926411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tângulo: Cantos Arredondados 17">
            <a:extLst>
              <a:ext uri="{FF2B5EF4-FFF2-40B4-BE49-F238E27FC236}">
                <a16:creationId xmlns:a16="http://schemas.microsoft.com/office/drawing/2014/main" id="{D2E52B3E-3FA0-21CC-A0D3-0C4F31B39DB4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66" name="Retângulo: Cantos Arredondados 23">
            <a:extLst>
              <a:ext uri="{FF2B5EF4-FFF2-40B4-BE49-F238E27FC236}">
                <a16:creationId xmlns:a16="http://schemas.microsoft.com/office/drawing/2014/main" id="{C518FFEA-F6C0-7654-3E67-4A136AA415A2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68" name="Conector de seta reta 303">
            <a:extLst>
              <a:ext uri="{FF2B5EF4-FFF2-40B4-BE49-F238E27FC236}">
                <a16:creationId xmlns:a16="http://schemas.microsoft.com/office/drawing/2014/main" id="{CCD5BA9C-1BA8-54EC-F21C-669065B03F24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6233711" y="254780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304">
            <a:extLst>
              <a:ext uri="{FF2B5EF4-FFF2-40B4-BE49-F238E27FC236}">
                <a16:creationId xmlns:a16="http://schemas.microsoft.com/office/drawing/2014/main" id="{75779569-D1D4-BAE2-66E2-58CCF66AF1A8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233712" y="286006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tângulo: Cantos Arredondados 17">
            <a:extLst>
              <a:ext uri="{FF2B5EF4-FFF2-40B4-BE49-F238E27FC236}">
                <a16:creationId xmlns:a16="http://schemas.microsoft.com/office/drawing/2014/main" id="{2739E7F2-DC84-F26D-7CE6-778A70304182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78" name="Retângulo: Cantos Arredondados 23">
            <a:extLst>
              <a:ext uri="{FF2B5EF4-FFF2-40B4-BE49-F238E27FC236}">
                <a16:creationId xmlns:a16="http://schemas.microsoft.com/office/drawing/2014/main" id="{412084C3-E177-D546-31E9-8F6AADDE96F5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80" name="Conector de seta reta 319">
            <a:extLst>
              <a:ext uri="{FF2B5EF4-FFF2-40B4-BE49-F238E27FC236}">
                <a16:creationId xmlns:a16="http://schemas.microsoft.com/office/drawing/2014/main" id="{20199832-2848-6DB8-DAD7-9C3D58EDC5E9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320">
            <a:extLst>
              <a:ext uri="{FF2B5EF4-FFF2-40B4-BE49-F238E27FC236}">
                <a16:creationId xmlns:a16="http://schemas.microsoft.com/office/drawing/2014/main" id="{58303EFA-92E8-137F-934F-8F0EFC521682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FBFBD21-03B1-E2C5-374E-16980A71E674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86" name="Retângulo: Cantos Arredondados 63">
            <a:extLst>
              <a:ext uri="{FF2B5EF4-FFF2-40B4-BE49-F238E27FC236}">
                <a16:creationId xmlns:a16="http://schemas.microsoft.com/office/drawing/2014/main" id="{0E45F515-7095-12F5-5294-F0DF4CD3F468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88" name="Retângulo: Cantos Arredondados 14">
            <a:extLst>
              <a:ext uri="{FF2B5EF4-FFF2-40B4-BE49-F238E27FC236}">
                <a16:creationId xmlns:a16="http://schemas.microsoft.com/office/drawing/2014/main" id="{0D5E3B1A-1318-DB58-5A0E-7DE695AB3DAE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AUDIO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90" name="Retângulo: Cantos Arredondados 17">
            <a:extLst>
              <a:ext uri="{FF2B5EF4-FFF2-40B4-BE49-F238E27FC236}">
                <a16:creationId xmlns:a16="http://schemas.microsoft.com/office/drawing/2014/main" id="{7965B0DB-2D6B-8ABE-2DD7-E69B55774A59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92" name="Retângulo: Cantos Arredondados 23">
            <a:extLst>
              <a:ext uri="{FF2B5EF4-FFF2-40B4-BE49-F238E27FC236}">
                <a16:creationId xmlns:a16="http://schemas.microsoft.com/office/drawing/2014/main" id="{F7939E4E-4CCC-1DAB-011E-18333782279A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03" name="Conector de seta reta 344">
            <a:extLst>
              <a:ext uri="{FF2B5EF4-FFF2-40B4-BE49-F238E27FC236}">
                <a16:creationId xmlns:a16="http://schemas.microsoft.com/office/drawing/2014/main" id="{3D467E9A-960C-F7FA-D0E5-D0A5770E7D57}"/>
              </a:ext>
            </a:extLst>
          </p:cNvPr>
          <p:cNvCxnSpPr/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345">
            <a:extLst>
              <a:ext uri="{FF2B5EF4-FFF2-40B4-BE49-F238E27FC236}">
                <a16:creationId xmlns:a16="http://schemas.microsoft.com/office/drawing/2014/main" id="{B735F391-95C3-4390-521D-E7E7AAB3EC93}"/>
              </a:ext>
            </a:extLst>
          </p:cNvPr>
          <p:cNvCxnSpPr/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346">
            <a:extLst>
              <a:ext uri="{FF2B5EF4-FFF2-40B4-BE49-F238E27FC236}">
                <a16:creationId xmlns:a16="http://schemas.microsoft.com/office/drawing/2014/main" id="{B4B4F0E2-2CA7-D49A-6ABD-53A5A536FCCF}"/>
              </a:ext>
            </a:extLst>
          </p:cNvPr>
          <p:cNvCxnSpPr/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4">
            <a:extLst>
              <a:ext uri="{FF2B5EF4-FFF2-40B4-BE49-F238E27FC236}">
                <a16:creationId xmlns:a16="http://schemas.microsoft.com/office/drawing/2014/main" id="{9A42E62F-1E26-1050-B0B5-C47D61A2FCD0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25" name="Conector de seta reta 352">
            <a:extLst>
              <a:ext uri="{FF2B5EF4-FFF2-40B4-BE49-F238E27FC236}">
                <a16:creationId xmlns:a16="http://schemas.microsoft.com/office/drawing/2014/main" id="{80B5CEDF-0A5D-66FE-C9A4-5CD8A9CF8D5E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etângulo: Cantos Arredondados 23">
            <a:extLst>
              <a:ext uri="{FF2B5EF4-FFF2-40B4-BE49-F238E27FC236}">
                <a16:creationId xmlns:a16="http://schemas.microsoft.com/office/drawing/2014/main" id="{107BB769-22B5-FAD6-4719-7EB3DCD04C70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93" name="Conector de seta reta 151">
            <a:extLst>
              <a:ext uri="{FF2B5EF4-FFF2-40B4-BE49-F238E27FC236}">
                <a16:creationId xmlns:a16="http://schemas.microsoft.com/office/drawing/2014/main" id="{D084C65C-3E7C-2A0B-90CA-EAD9AE971DAD}"/>
              </a:ext>
            </a:extLst>
          </p:cNvPr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tângulo: Cantos Arredondados 63">
            <a:extLst>
              <a:ext uri="{FF2B5EF4-FFF2-40B4-BE49-F238E27FC236}">
                <a16:creationId xmlns:a16="http://schemas.microsoft.com/office/drawing/2014/main" id="{5F306505-C751-16FC-21AE-6DDBCBD62668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01" name="Retângulo: Cantos Arredondados 63">
            <a:extLst>
              <a:ext uri="{FF2B5EF4-FFF2-40B4-BE49-F238E27FC236}">
                <a16:creationId xmlns:a16="http://schemas.microsoft.com/office/drawing/2014/main" id="{9E1825AE-36B0-9156-F81B-476EBC9362C1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952F73-FADF-05D2-B756-2EC5649A404C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3E2A75B-E6BB-12AC-360C-C4F9D54C861C}"/>
              </a:ext>
            </a:extLst>
          </p:cNvPr>
          <p:cNvSpPr txBox="1"/>
          <p:nvPr/>
        </p:nvSpPr>
        <p:spPr>
          <a:xfrm>
            <a:off x="2444712" y="175719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TVU</a:t>
            </a:r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957BDD-8F92-BC94-CF24-3D187F46009A}"/>
              </a:ext>
            </a:extLst>
          </p:cNvPr>
          <p:cNvSpPr txBox="1"/>
          <p:nvPr/>
        </p:nvSpPr>
        <p:spPr>
          <a:xfrm>
            <a:off x="3054312" y="28525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804CDFF-6634-6329-54C3-4871B64BA431}"/>
              </a:ext>
            </a:extLst>
          </p:cNvPr>
          <p:cNvSpPr txBox="1"/>
          <p:nvPr/>
        </p:nvSpPr>
        <p:spPr>
          <a:xfrm>
            <a:off x="3054312" y="31573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D5AE01-AA03-2AE3-4A18-AB60C0B5818E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C6D0D36-240B-C63A-2406-EA9E9ECE54CA}"/>
              </a:ext>
            </a:extLst>
          </p:cNvPr>
          <p:cNvSpPr txBox="1"/>
          <p:nvPr/>
        </p:nvSpPr>
        <p:spPr>
          <a:xfrm>
            <a:off x="2426498" y="44606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 ACCESS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5B7823E-A495-90D0-971B-2175CD2F13A7}"/>
              </a:ext>
            </a:extLst>
          </p:cNvPr>
          <p:cNvSpPr txBox="1"/>
          <p:nvPr/>
        </p:nvSpPr>
        <p:spPr>
          <a:xfrm>
            <a:off x="2893223" y="585125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57" name="Retângulo: Cantos Arredondados 62">
            <a:extLst>
              <a:ext uri="{FF2B5EF4-FFF2-40B4-BE49-F238E27FC236}">
                <a16:creationId xmlns:a16="http://schemas.microsoft.com/office/drawing/2014/main" id="{2F6BED74-C933-2C7E-F0DA-ABD0F9B393B9}"/>
              </a:ext>
            </a:extLst>
          </p:cNvPr>
          <p:cNvSpPr/>
          <p:nvPr/>
        </p:nvSpPr>
        <p:spPr>
          <a:xfrm>
            <a:off x="8810200" y="3766415"/>
            <a:ext cx="1478446" cy="1410645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59" name="Agrupar 12">
            <a:extLst>
              <a:ext uri="{FF2B5EF4-FFF2-40B4-BE49-F238E27FC236}">
                <a16:creationId xmlns:a16="http://schemas.microsoft.com/office/drawing/2014/main" id="{416F80A6-3696-7448-B11F-EF3783209C30}"/>
              </a:ext>
            </a:extLst>
          </p:cNvPr>
          <p:cNvGrpSpPr/>
          <p:nvPr/>
        </p:nvGrpSpPr>
        <p:grpSpPr>
          <a:xfrm>
            <a:off x="9067936" y="4071468"/>
            <a:ext cx="269559" cy="631838"/>
            <a:chOff x="4082569" y="667396"/>
            <a:chExt cx="269559" cy="631838"/>
          </a:xfrm>
        </p:grpSpPr>
        <p:grpSp>
          <p:nvGrpSpPr>
            <p:cNvPr id="61" name="Agrupar 64">
              <a:extLst>
                <a:ext uri="{FF2B5EF4-FFF2-40B4-BE49-F238E27FC236}">
                  <a16:creationId xmlns:a16="http://schemas.microsoft.com/office/drawing/2014/main" id="{FB8FA247-DCCD-3026-DFB5-C3FA209778ED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85" name="Retângulo: Cantos Arredondados 88">
                <a:extLst>
                  <a:ext uri="{FF2B5EF4-FFF2-40B4-BE49-F238E27FC236}">
                    <a16:creationId xmlns:a16="http://schemas.microsoft.com/office/drawing/2014/main" id="{21CFD274-0E6A-0106-C152-434E216DD12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7" name="Retângulo: Cantos Arredondados 89">
                <a:extLst>
                  <a:ext uri="{FF2B5EF4-FFF2-40B4-BE49-F238E27FC236}">
                    <a16:creationId xmlns:a16="http://schemas.microsoft.com/office/drawing/2014/main" id="{E2D56C6D-6B8A-34A9-7767-16D76EBA9A3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2" name="Agrupar 68">
              <a:extLst>
                <a:ext uri="{FF2B5EF4-FFF2-40B4-BE49-F238E27FC236}">
                  <a16:creationId xmlns:a16="http://schemas.microsoft.com/office/drawing/2014/main" id="{B6A3FFB9-1ACA-2D93-0999-4576523910F5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81" name="Retângulo: Cantos Arredondados 84">
                <a:extLst>
                  <a:ext uri="{FF2B5EF4-FFF2-40B4-BE49-F238E27FC236}">
                    <a16:creationId xmlns:a16="http://schemas.microsoft.com/office/drawing/2014/main" id="{F28A70EA-5B07-FE35-18A8-6EC0176004C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3" name="Retângulo: Cantos Arredondados 85">
                <a:extLst>
                  <a:ext uri="{FF2B5EF4-FFF2-40B4-BE49-F238E27FC236}">
                    <a16:creationId xmlns:a16="http://schemas.microsoft.com/office/drawing/2014/main" id="{F4C959F6-F922-A3F3-61C7-F0AD84AE62A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3" name="Agrupar 69">
              <a:extLst>
                <a:ext uri="{FF2B5EF4-FFF2-40B4-BE49-F238E27FC236}">
                  <a16:creationId xmlns:a16="http://schemas.microsoft.com/office/drawing/2014/main" id="{DE385F43-A8BF-AA40-C080-8DFA9D839D87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77" name="Retângulo: Cantos Arredondados 80">
                <a:extLst>
                  <a:ext uri="{FF2B5EF4-FFF2-40B4-BE49-F238E27FC236}">
                    <a16:creationId xmlns:a16="http://schemas.microsoft.com/office/drawing/2014/main" id="{890357CE-421C-31A5-5B4A-4A0108DB4DC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9" name="Retângulo: Cantos Arredondados 81">
                <a:extLst>
                  <a:ext uri="{FF2B5EF4-FFF2-40B4-BE49-F238E27FC236}">
                    <a16:creationId xmlns:a16="http://schemas.microsoft.com/office/drawing/2014/main" id="{72D6BB15-16BF-3EF3-41E7-D73128DC5A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" name="Agrupar 70">
              <a:extLst>
                <a:ext uri="{FF2B5EF4-FFF2-40B4-BE49-F238E27FC236}">
                  <a16:creationId xmlns:a16="http://schemas.microsoft.com/office/drawing/2014/main" id="{C91D8277-A846-D1D7-E094-D9360C6E8AE9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73" name="Retângulo: Cantos Arredondados 76">
                <a:extLst>
                  <a:ext uri="{FF2B5EF4-FFF2-40B4-BE49-F238E27FC236}">
                    <a16:creationId xmlns:a16="http://schemas.microsoft.com/office/drawing/2014/main" id="{FEF42F22-6611-FA94-B8DB-189D5EE66B9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5" name="Retângulo: Cantos Arredondados 77">
                <a:extLst>
                  <a:ext uri="{FF2B5EF4-FFF2-40B4-BE49-F238E27FC236}">
                    <a16:creationId xmlns:a16="http://schemas.microsoft.com/office/drawing/2014/main" id="{179117E9-E350-0ED2-2F31-17B11E7199D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7" name="Agrupar 71">
              <a:extLst>
                <a:ext uri="{FF2B5EF4-FFF2-40B4-BE49-F238E27FC236}">
                  <a16:creationId xmlns:a16="http://schemas.microsoft.com/office/drawing/2014/main" id="{D36708E4-3072-FAAE-6BAA-C775B2171DA1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69" name="Retângulo: Cantos Arredondados 72">
                <a:extLst>
                  <a:ext uri="{FF2B5EF4-FFF2-40B4-BE49-F238E27FC236}">
                    <a16:creationId xmlns:a16="http://schemas.microsoft.com/office/drawing/2014/main" id="{2FAC0201-2F4A-827A-8360-9E3C28B8947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1" name="Retângulo: Cantos Arredondados 73">
                <a:extLst>
                  <a:ext uri="{FF2B5EF4-FFF2-40B4-BE49-F238E27FC236}">
                    <a16:creationId xmlns:a16="http://schemas.microsoft.com/office/drawing/2014/main" id="{A3AB87CE-839E-4BDB-1AB1-06213BBCEE0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96" name="Retângulo: Cantos Arredondados 17">
            <a:extLst>
              <a:ext uri="{FF2B5EF4-FFF2-40B4-BE49-F238E27FC236}">
                <a16:creationId xmlns:a16="http://schemas.microsoft.com/office/drawing/2014/main" id="{4F7A0615-551D-BE16-8AAB-2BA76D39EB9C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198" name="Conector de seta reta 5">
            <a:extLst>
              <a:ext uri="{FF2B5EF4-FFF2-40B4-BE49-F238E27FC236}">
                <a16:creationId xmlns:a16="http://schemas.microsoft.com/office/drawing/2014/main" id="{7CAB39C5-DAE4-E232-5CA5-AF0D9D899B97}"/>
              </a:ext>
            </a:extLst>
          </p:cNvPr>
          <p:cNvCxnSpPr>
            <a:stCxn id="196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2DC4B731-FECF-C7A9-147D-0E8CAAFE6988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205" name="CaixaDeTexto 204">
            <a:extLst>
              <a:ext uri="{FF2B5EF4-FFF2-40B4-BE49-F238E27FC236}">
                <a16:creationId xmlns:a16="http://schemas.microsoft.com/office/drawing/2014/main" id="{A2528F16-E367-6452-F6D5-9FB71F8E7CF2}"/>
              </a:ext>
            </a:extLst>
          </p:cNvPr>
          <p:cNvSpPr txBox="1"/>
          <p:nvPr/>
        </p:nvSpPr>
        <p:spPr>
          <a:xfrm>
            <a:off x="6243926" y="238902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210" name="CaixaDeTexto 209">
            <a:extLst>
              <a:ext uri="{FF2B5EF4-FFF2-40B4-BE49-F238E27FC236}">
                <a16:creationId xmlns:a16="http://schemas.microsoft.com/office/drawing/2014/main" id="{DCA59B83-5475-B34C-29F6-F1029375A650}"/>
              </a:ext>
            </a:extLst>
          </p:cNvPr>
          <p:cNvSpPr txBox="1"/>
          <p:nvPr/>
        </p:nvSpPr>
        <p:spPr>
          <a:xfrm>
            <a:off x="6233511" y="268730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211" name="CaixaDeTexto 210">
            <a:extLst>
              <a:ext uri="{FF2B5EF4-FFF2-40B4-BE49-F238E27FC236}">
                <a16:creationId xmlns:a16="http://schemas.microsoft.com/office/drawing/2014/main" id="{308359FA-9DEB-6A6F-BBA1-CAF51803F245}"/>
              </a:ext>
            </a:extLst>
          </p:cNvPr>
          <p:cNvSpPr txBox="1"/>
          <p:nvPr/>
        </p:nvSpPr>
        <p:spPr>
          <a:xfrm>
            <a:off x="6248400" y="418561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 CONTROLE</a:t>
            </a:r>
            <a:endParaRPr lang="pt-BR"/>
          </a:p>
        </p:txBody>
      </p:sp>
      <p:sp>
        <p:nvSpPr>
          <p:cNvPr id="212" name="CaixaDeTexto 211">
            <a:extLst>
              <a:ext uri="{FF2B5EF4-FFF2-40B4-BE49-F238E27FC236}">
                <a16:creationId xmlns:a16="http://schemas.microsoft.com/office/drawing/2014/main" id="{109059B1-B2E0-E7D2-5C40-590D9B8079A2}"/>
              </a:ext>
            </a:extLst>
          </p:cNvPr>
          <p:cNvSpPr txBox="1"/>
          <p:nvPr/>
        </p:nvSpPr>
        <p:spPr>
          <a:xfrm>
            <a:off x="6257448" y="450171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sp>
        <p:nvSpPr>
          <p:cNvPr id="213" name="CaixaDeTexto 212">
            <a:extLst>
              <a:ext uri="{FF2B5EF4-FFF2-40B4-BE49-F238E27FC236}">
                <a16:creationId xmlns:a16="http://schemas.microsoft.com/office/drawing/2014/main" id="{9F7463ED-DF74-DF38-B9C5-2AE7EAFA263C}"/>
              </a:ext>
            </a:extLst>
          </p:cNvPr>
          <p:cNvSpPr txBox="1"/>
          <p:nvPr/>
        </p:nvSpPr>
        <p:spPr>
          <a:xfrm>
            <a:off x="6248400" y="4800808"/>
            <a:ext cx="1040215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</a:t>
            </a:r>
            <a:endParaRPr lang="pt-BR"/>
          </a:p>
        </p:txBody>
      </p:sp>
      <p:grpSp>
        <p:nvGrpSpPr>
          <p:cNvPr id="23" name="Agrupar 12">
            <a:extLst>
              <a:ext uri="{FF2B5EF4-FFF2-40B4-BE49-F238E27FC236}">
                <a16:creationId xmlns:a16="http://schemas.microsoft.com/office/drawing/2014/main" id="{431C27C9-8699-EC8F-F2ED-0E3845A7D744}"/>
              </a:ext>
            </a:extLst>
          </p:cNvPr>
          <p:cNvGrpSpPr/>
          <p:nvPr/>
        </p:nvGrpSpPr>
        <p:grpSpPr>
          <a:xfrm>
            <a:off x="10347457" y="4058867"/>
            <a:ext cx="1528312" cy="631838"/>
            <a:chOff x="3802360" y="667396"/>
            <a:chExt cx="1528312" cy="631838"/>
          </a:xfrm>
        </p:grpSpPr>
        <p:grpSp>
          <p:nvGrpSpPr>
            <p:cNvPr id="91" name="Agrupar 64">
              <a:extLst>
                <a:ext uri="{FF2B5EF4-FFF2-40B4-BE49-F238E27FC236}">
                  <a16:creationId xmlns:a16="http://schemas.microsoft.com/office/drawing/2014/main" id="{80DEDE57-849F-5B8A-546D-FBA69C9C7DFD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8" name="Retângulo: Cantos Arredondados 88">
                <a:extLst>
                  <a:ext uri="{FF2B5EF4-FFF2-40B4-BE49-F238E27FC236}">
                    <a16:creationId xmlns:a16="http://schemas.microsoft.com/office/drawing/2014/main" id="{17F12FC3-AC59-6EF2-6575-D2F891FC96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4" name="Retângulo: Cantos Arredondados 89">
                <a:extLst>
                  <a:ext uri="{FF2B5EF4-FFF2-40B4-BE49-F238E27FC236}">
                    <a16:creationId xmlns:a16="http://schemas.microsoft.com/office/drawing/2014/main" id="{9919A503-1AF7-C752-04A8-9E2767F1EB1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5" name="Retângulo: Cantos Arredondados 91">
                <a:extLst>
                  <a:ext uri="{FF2B5EF4-FFF2-40B4-BE49-F238E27FC236}">
                    <a16:creationId xmlns:a16="http://schemas.microsoft.com/office/drawing/2014/main" id="{30B64D34-DFE7-97C7-50C9-7377320C8662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93" name="Agrupar 68">
              <a:extLst>
                <a:ext uri="{FF2B5EF4-FFF2-40B4-BE49-F238E27FC236}">
                  <a16:creationId xmlns:a16="http://schemas.microsoft.com/office/drawing/2014/main" id="{FF09F25F-E00A-C07C-4D65-B22F67FC2B89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44" name="Retângulo: Cantos Arredondados 84">
                <a:extLst>
                  <a:ext uri="{FF2B5EF4-FFF2-40B4-BE49-F238E27FC236}">
                    <a16:creationId xmlns:a16="http://schemas.microsoft.com/office/drawing/2014/main" id="{A338AA75-F9DE-45FC-0E8B-8160705FFA9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Retângulo: Cantos Arredondados 85">
                <a:extLst>
                  <a:ext uri="{FF2B5EF4-FFF2-40B4-BE49-F238E27FC236}">
                    <a16:creationId xmlns:a16="http://schemas.microsoft.com/office/drawing/2014/main" id="{1431FF9A-2B48-FCF5-0E83-F505A7D40B9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4" name="Agrupar 69">
              <a:extLst>
                <a:ext uri="{FF2B5EF4-FFF2-40B4-BE49-F238E27FC236}">
                  <a16:creationId xmlns:a16="http://schemas.microsoft.com/office/drawing/2014/main" id="{75742C32-A397-4337-336C-318DFE4AF9D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24" name="Retângulo: Cantos Arredondados 80">
                <a:extLst>
                  <a:ext uri="{FF2B5EF4-FFF2-40B4-BE49-F238E27FC236}">
                    <a16:creationId xmlns:a16="http://schemas.microsoft.com/office/drawing/2014/main" id="{9E0B1E36-7C60-A182-137C-9DFF2BDF904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6" name="Retângulo: Cantos Arredondados 81">
                <a:extLst>
                  <a:ext uri="{FF2B5EF4-FFF2-40B4-BE49-F238E27FC236}">
                    <a16:creationId xmlns:a16="http://schemas.microsoft.com/office/drawing/2014/main" id="{2844A5EE-C951-9AA5-8001-9785A23C67E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8" name="Agrupar 70">
              <a:extLst>
                <a:ext uri="{FF2B5EF4-FFF2-40B4-BE49-F238E27FC236}">
                  <a16:creationId xmlns:a16="http://schemas.microsoft.com/office/drawing/2014/main" id="{C93A1F97-81C0-9D71-6020-E02931CC5240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21" name="Retângulo: Cantos Arredondados 76">
                <a:extLst>
                  <a:ext uri="{FF2B5EF4-FFF2-40B4-BE49-F238E27FC236}">
                    <a16:creationId xmlns:a16="http://schemas.microsoft.com/office/drawing/2014/main" id="{00E411A0-171F-C2CA-1C40-D504C90ADE9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2" name="Retângulo: Cantos Arredondados 77">
                <a:extLst>
                  <a:ext uri="{FF2B5EF4-FFF2-40B4-BE49-F238E27FC236}">
                    <a16:creationId xmlns:a16="http://schemas.microsoft.com/office/drawing/2014/main" id="{5FA87CF0-7ED4-4107-BFD5-FBA49722A6D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12" name="Agrupar 71">
              <a:extLst>
                <a:ext uri="{FF2B5EF4-FFF2-40B4-BE49-F238E27FC236}">
                  <a16:creationId xmlns:a16="http://schemas.microsoft.com/office/drawing/2014/main" id="{27A95C94-6AB8-DC20-2571-EE98B98DBC18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15" name="Retângulo: Cantos Arredondados 72">
                <a:extLst>
                  <a:ext uri="{FF2B5EF4-FFF2-40B4-BE49-F238E27FC236}">
                    <a16:creationId xmlns:a16="http://schemas.microsoft.com/office/drawing/2014/main" id="{294FF12C-2C82-6A4D-BD70-475B790CE59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9" name="Retângulo: Cantos Arredondados 73">
                <a:extLst>
                  <a:ext uri="{FF2B5EF4-FFF2-40B4-BE49-F238E27FC236}">
                    <a16:creationId xmlns:a16="http://schemas.microsoft.com/office/drawing/2014/main" id="{56F64499-8F98-0DD7-7D77-5DEADFB1CD4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66" name="Grupo 432">
            <a:extLst>
              <a:ext uri="{FF2B5EF4-FFF2-40B4-BE49-F238E27FC236}">
                <a16:creationId xmlns:a16="http://schemas.microsoft.com/office/drawing/2014/main" id="{9E41672A-5F9E-EC87-0993-CC646A0BC7EA}"/>
              </a:ext>
            </a:extLst>
          </p:cNvPr>
          <p:cNvGrpSpPr/>
          <p:nvPr/>
        </p:nvGrpSpPr>
        <p:grpSpPr>
          <a:xfrm>
            <a:off x="10347457" y="4507167"/>
            <a:ext cx="1528312" cy="1014230"/>
            <a:chOff x="10671592" y="4802481"/>
            <a:chExt cx="1528312" cy="1014230"/>
          </a:xfrm>
        </p:grpSpPr>
        <p:grpSp>
          <p:nvGrpSpPr>
            <p:cNvPr id="167" name="Agrupar 12">
              <a:extLst>
                <a:ext uri="{FF2B5EF4-FFF2-40B4-BE49-F238E27FC236}">
                  <a16:creationId xmlns:a16="http://schemas.microsoft.com/office/drawing/2014/main" id="{F4C37309-ABA7-4BC5-7F15-FD88D324CBAF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69" name="Agrupar 64">
                <a:extLst>
                  <a:ext uri="{FF2B5EF4-FFF2-40B4-BE49-F238E27FC236}">
                    <a16:creationId xmlns:a16="http://schemas.microsoft.com/office/drawing/2014/main" id="{8765FB06-CC6C-7A78-58AB-C0EFCDE6B2D8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182" name="Retângulo: Cantos Arredondados 88">
                  <a:extLst>
                    <a:ext uri="{FF2B5EF4-FFF2-40B4-BE49-F238E27FC236}">
                      <a16:creationId xmlns:a16="http://schemas.microsoft.com/office/drawing/2014/main" id="{8F43194F-7C85-92E5-692C-D90E1ABB8485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3" name="Retângulo: Cantos Arredondados 89">
                  <a:extLst>
                    <a:ext uri="{FF2B5EF4-FFF2-40B4-BE49-F238E27FC236}">
                      <a16:creationId xmlns:a16="http://schemas.microsoft.com/office/drawing/2014/main" id="{34A2AFBF-629E-4BEA-E809-AA001D6454DC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4" name="Retângulo: Cantos Arredondados 91">
                  <a:extLst>
                    <a:ext uri="{FF2B5EF4-FFF2-40B4-BE49-F238E27FC236}">
                      <a16:creationId xmlns:a16="http://schemas.microsoft.com/office/drawing/2014/main" id="{A64C8B33-E7C5-2DFC-6FCF-C0E6624F2600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70" name="Agrupar 68">
                <a:extLst>
                  <a:ext uri="{FF2B5EF4-FFF2-40B4-BE49-F238E27FC236}">
                    <a16:creationId xmlns:a16="http://schemas.microsoft.com/office/drawing/2014/main" id="{E71D515A-BC50-83E0-6BE7-F7D6FD21D782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180" name="Retângulo: Cantos Arredondados 84">
                  <a:extLst>
                    <a:ext uri="{FF2B5EF4-FFF2-40B4-BE49-F238E27FC236}">
                      <a16:creationId xmlns:a16="http://schemas.microsoft.com/office/drawing/2014/main" id="{13A12FA3-0579-011E-33F2-858811A363D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1" name="Retângulo: Cantos Arredondados 85">
                  <a:extLst>
                    <a:ext uri="{FF2B5EF4-FFF2-40B4-BE49-F238E27FC236}">
                      <a16:creationId xmlns:a16="http://schemas.microsoft.com/office/drawing/2014/main" id="{4B988C4E-6070-859E-830E-2C89F592E8E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71" name="Agrupar 69">
                <a:extLst>
                  <a:ext uri="{FF2B5EF4-FFF2-40B4-BE49-F238E27FC236}">
                    <a16:creationId xmlns:a16="http://schemas.microsoft.com/office/drawing/2014/main" id="{461FCEB6-3CA6-DBFB-3583-E9231FAA1D7B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178" name="Retângulo: Cantos Arredondados 80">
                  <a:extLst>
                    <a:ext uri="{FF2B5EF4-FFF2-40B4-BE49-F238E27FC236}">
                      <a16:creationId xmlns:a16="http://schemas.microsoft.com/office/drawing/2014/main" id="{8909F0E0-E5C2-8E76-4F08-24B182C80AE2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9" name="Retângulo: Cantos Arredondados 81">
                  <a:extLst>
                    <a:ext uri="{FF2B5EF4-FFF2-40B4-BE49-F238E27FC236}">
                      <a16:creationId xmlns:a16="http://schemas.microsoft.com/office/drawing/2014/main" id="{3E83B4BD-1E00-D211-B404-6886840825F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72" name="Agrupar 70">
                <a:extLst>
                  <a:ext uri="{FF2B5EF4-FFF2-40B4-BE49-F238E27FC236}">
                    <a16:creationId xmlns:a16="http://schemas.microsoft.com/office/drawing/2014/main" id="{5633B07F-07CB-774F-0891-260DAF1CF816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176" name="Retângulo: Cantos Arredondados 76">
                  <a:extLst>
                    <a:ext uri="{FF2B5EF4-FFF2-40B4-BE49-F238E27FC236}">
                      <a16:creationId xmlns:a16="http://schemas.microsoft.com/office/drawing/2014/main" id="{890177BE-CE89-9AB1-7F0C-9B461E045DC5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7" name="Retângulo: Cantos Arredondados 77">
                  <a:extLst>
                    <a:ext uri="{FF2B5EF4-FFF2-40B4-BE49-F238E27FC236}">
                      <a16:creationId xmlns:a16="http://schemas.microsoft.com/office/drawing/2014/main" id="{F3AAD7D1-F79F-284B-855A-9CBD018FA39A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73" name="Agrupar 71">
                <a:extLst>
                  <a:ext uri="{FF2B5EF4-FFF2-40B4-BE49-F238E27FC236}">
                    <a16:creationId xmlns:a16="http://schemas.microsoft.com/office/drawing/2014/main" id="{5600279F-23E7-7E8C-125E-442BCFADF64F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174" name="Retângulo: Cantos Arredondados 72">
                  <a:extLst>
                    <a:ext uri="{FF2B5EF4-FFF2-40B4-BE49-F238E27FC236}">
                      <a16:creationId xmlns:a16="http://schemas.microsoft.com/office/drawing/2014/main" id="{9B50E2E0-A278-CA58-C179-28113E514E54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5" name="Retângulo: Cantos Arredondados 73">
                  <a:extLst>
                    <a:ext uri="{FF2B5EF4-FFF2-40B4-BE49-F238E27FC236}">
                      <a16:creationId xmlns:a16="http://schemas.microsoft.com/office/drawing/2014/main" id="{84970036-8E27-BBE8-B2DF-C570FE987CC5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68" name="Retângulo: Cantos Arredondados 62">
              <a:extLst>
                <a:ext uri="{FF2B5EF4-FFF2-40B4-BE49-F238E27FC236}">
                  <a16:creationId xmlns:a16="http://schemas.microsoft.com/office/drawing/2014/main" id="{6F62F547-694F-15E3-38AB-14EFDB4F4F7C}"/>
                </a:ext>
              </a:extLst>
            </p:cNvPr>
            <p:cNvSpPr/>
            <p:nvPr/>
          </p:nvSpPr>
          <p:spPr>
            <a:xfrm>
              <a:off x="10721458" y="4802481"/>
              <a:ext cx="1370620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sp>
        <p:nvSpPr>
          <p:cNvPr id="217" name="Retângulo: Cantos Arredondados 62">
            <a:extLst>
              <a:ext uri="{FF2B5EF4-FFF2-40B4-BE49-F238E27FC236}">
                <a16:creationId xmlns:a16="http://schemas.microsoft.com/office/drawing/2014/main" id="{94B4D8E7-56D2-5BFF-431F-1F9E555640D7}"/>
              </a:ext>
            </a:extLst>
          </p:cNvPr>
          <p:cNvSpPr/>
          <p:nvPr/>
        </p:nvSpPr>
        <p:spPr>
          <a:xfrm>
            <a:off x="10397323" y="3701986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218" name="Agrupar 12">
            <a:extLst>
              <a:ext uri="{FF2B5EF4-FFF2-40B4-BE49-F238E27FC236}">
                <a16:creationId xmlns:a16="http://schemas.microsoft.com/office/drawing/2014/main" id="{EFFE0E9F-AD99-7ED6-3EB6-4C3C683C0815}"/>
              </a:ext>
            </a:extLst>
          </p:cNvPr>
          <p:cNvGrpSpPr/>
          <p:nvPr/>
        </p:nvGrpSpPr>
        <p:grpSpPr>
          <a:xfrm>
            <a:off x="10371776" y="5770681"/>
            <a:ext cx="1669765" cy="1294706"/>
            <a:chOff x="3802360" y="667396"/>
            <a:chExt cx="1528312" cy="631838"/>
          </a:xfrm>
        </p:grpSpPr>
        <p:grpSp>
          <p:nvGrpSpPr>
            <p:cNvPr id="219" name="Agrupar 64">
              <a:extLst>
                <a:ext uri="{FF2B5EF4-FFF2-40B4-BE49-F238E27FC236}">
                  <a16:creationId xmlns:a16="http://schemas.microsoft.com/office/drawing/2014/main" id="{6EE6DEA6-9C86-71F6-C265-AB725CAFE93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32" name="Retângulo: Cantos Arredondados 88">
                <a:extLst>
                  <a:ext uri="{FF2B5EF4-FFF2-40B4-BE49-F238E27FC236}">
                    <a16:creationId xmlns:a16="http://schemas.microsoft.com/office/drawing/2014/main" id="{1563B35D-E1A6-6551-9942-F9F08D4BA82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3" name="Retângulo: Cantos Arredondados 89">
                <a:extLst>
                  <a:ext uri="{FF2B5EF4-FFF2-40B4-BE49-F238E27FC236}">
                    <a16:creationId xmlns:a16="http://schemas.microsoft.com/office/drawing/2014/main" id="{8E009482-57B3-5CB4-6DC2-532930C729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4" name="Retângulo: Cantos Arredondados 91">
                <a:extLst>
                  <a:ext uri="{FF2B5EF4-FFF2-40B4-BE49-F238E27FC236}">
                    <a16:creationId xmlns:a16="http://schemas.microsoft.com/office/drawing/2014/main" id="{2FDC9CFE-9492-CBF3-8384-B8C667EC5FF7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20" name="Agrupar 68">
              <a:extLst>
                <a:ext uri="{FF2B5EF4-FFF2-40B4-BE49-F238E27FC236}">
                  <a16:creationId xmlns:a16="http://schemas.microsoft.com/office/drawing/2014/main" id="{B7F590F2-A159-3E4A-7281-C8F3AD35AF8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30" name="Retângulo: Cantos Arredondados 84">
                <a:extLst>
                  <a:ext uri="{FF2B5EF4-FFF2-40B4-BE49-F238E27FC236}">
                    <a16:creationId xmlns:a16="http://schemas.microsoft.com/office/drawing/2014/main" id="{CC946804-1E02-5E3D-FAB3-4BC1CC13C0C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1" name="Retângulo: Cantos Arredondados 85">
                <a:extLst>
                  <a:ext uri="{FF2B5EF4-FFF2-40B4-BE49-F238E27FC236}">
                    <a16:creationId xmlns:a16="http://schemas.microsoft.com/office/drawing/2014/main" id="{44DAAAAF-D470-F3B6-2CBA-1B8FCDD52E5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1" name="Agrupar 69">
              <a:extLst>
                <a:ext uri="{FF2B5EF4-FFF2-40B4-BE49-F238E27FC236}">
                  <a16:creationId xmlns:a16="http://schemas.microsoft.com/office/drawing/2014/main" id="{E1D7D9F6-3F03-7C9E-F1AA-0444BC760D01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28" name="Retângulo: Cantos Arredondados 80">
                <a:extLst>
                  <a:ext uri="{FF2B5EF4-FFF2-40B4-BE49-F238E27FC236}">
                    <a16:creationId xmlns:a16="http://schemas.microsoft.com/office/drawing/2014/main" id="{E9F615F7-6A08-67FB-3811-26FA0B50248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9" name="Retângulo: Cantos Arredondados 81">
                <a:extLst>
                  <a:ext uri="{FF2B5EF4-FFF2-40B4-BE49-F238E27FC236}">
                    <a16:creationId xmlns:a16="http://schemas.microsoft.com/office/drawing/2014/main" id="{97A40BAF-CD34-C42F-4BE0-A235073A03F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2" name="Agrupar 70">
              <a:extLst>
                <a:ext uri="{FF2B5EF4-FFF2-40B4-BE49-F238E27FC236}">
                  <a16:creationId xmlns:a16="http://schemas.microsoft.com/office/drawing/2014/main" id="{970AB692-25B8-160B-2FAB-A498A4CD07FD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26" name="Retângulo: Cantos Arredondados 76">
                <a:extLst>
                  <a:ext uri="{FF2B5EF4-FFF2-40B4-BE49-F238E27FC236}">
                    <a16:creationId xmlns:a16="http://schemas.microsoft.com/office/drawing/2014/main" id="{32275EE9-226C-39E2-714E-F263626F421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7" name="Retângulo: Cantos Arredondados 77">
                <a:extLst>
                  <a:ext uri="{FF2B5EF4-FFF2-40B4-BE49-F238E27FC236}">
                    <a16:creationId xmlns:a16="http://schemas.microsoft.com/office/drawing/2014/main" id="{C1006266-7B0D-58E6-7C79-100B92AA596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3" name="Agrupar 71">
              <a:extLst>
                <a:ext uri="{FF2B5EF4-FFF2-40B4-BE49-F238E27FC236}">
                  <a16:creationId xmlns:a16="http://schemas.microsoft.com/office/drawing/2014/main" id="{207648B6-EE16-26A4-BB72-5C660E6EC80F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24" name="Retângulo: Cantos Arredondados 72">
                <a:extLst>
                  <a:ext uri="{FF2B5EF4-FFF2-40B4-BE49-F238E27FC236}">
                    <a16:creationId xmlns:a16="http://schemas.microsoft.com/office/drawing/2014/main" id="{45908F51-CEEE-CAF7-2B09-0B45920C4F9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5" name="Retângulo: Cantos Arredondados 73">
                <a:extLst>
                  <a:ext uri="{FF2B5EF4-FFF2-40B4-BE49-F238E27FC236}">
                    <a16:creationId xmlns:a16="http://schemas.microsoft.com/office/drawing/2014/main" id="{517EF670-7183-BCFB-7E2F-BFB993E98DE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35" name="Retângulo: Cantos Arredondados 62">
            <a:extLst>
              <a:ext uri="{FF2B5EF4-FFF2-40B4-BE49-F238E27FC236}">
                <a16:creationId xmlns:a16="http://schemas.microsoft.com/office/drawing/2014/main" id="{B897C05E-3195-4290-B70F-3C2F36C4FDDC}"/>
              </a:ext>
            </a:extLst>
          </p:cNvPr>
          <p:cNvSpPr/>
          <p:nvPr/>
        </p:nvSpPr>
        <p:spPr>
          <a:xfrm>
            <a:off x="10354550" y="5349964"/>
            <a:ext cx="1478445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3" name="Retângulo: Cantos Arredondados 17">
            <a:extLst>
              <a:ext uri="{FF2B5EF4-FFF2-40B4-BE49-F238E27FC236}">
                <a16:creationId xmlns:a16="http://schemas.microsoft.com/office/drawing/2014/main" id="{BDA72F51-3666-8801-2037-10649C6113DA}"/>
              </a:ext>
            </a:extLst>
          </p:cNvPr>
          <p:cNvSpPr/>
          <p:nvPr/>
        </p:nvSpPr>
        <p:spPr>
          <a:xfrm>
            <a:off x="1770687" y="483327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  <a:latin typeface="Aptos"/>
              </a:rPr>
              <a:t>AUDIO</a:t>
            </a:r>
            <a:endParaRPr lang="pt-BR" sz="700">
              <a:solidFill>
                <a:schemeClr val="tx1"/>
              </a:solidFill>
            </a:endParaRPr>
          </a:p>
        </p:txBody>
      </p:sp>
      <p:cxnSp>
        <p:nvCxnSpPr>
          <p:cNvPr id="8" name="Conector de seta reta 152">
            <a:extLst>
              <a:ext uri="{FF2B5EF4-FFF2-40B4-BE49-F238E27FC236}">
                <a16:creationId xmlns:a16="http://schemas.microsoft.com/office/drawing/2014/main" id="{6DA3F052-A98A-47DD-F21F-BBB0475FD63E}"/>
              </a:ext>
            </a:extLst>
          </p:cNvPr>
          <p:cNvCxnSpPr/>
          <p:nvPr/>
        </p:nvCxnSpPr>
        <p:spPr>
          <a:xfrm flipV="1">
            <a:off x="2424723" y="4930022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8CD0199-BC95-99BC-205A-ED303D163C29}"/>
              </a:ext>
            </a:extLst>
          </p:cNvPr>
          <p:cNvSpPr txBox="1"/>
          <p:nvPr/>
        </p:nvSpPr>
        <p:spPr>
          <a:xfrm>
            <a:off x="2427661" y="476903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30" name="Retângulo: Cantos Arredondados 91">
            <a:extLst>
              <a:ext uri="{FF2B5EF4-FFF2-40B4-BE49-F238E27FC236}">
                <a16:creationId xmlns:a16="http://schemas.microsoft.com/office/drawing/2014/main" id="{7ADF7EA6-E548-2CC7-0FBA-195A51F96487}"/>
              </a:ext>
            </a:extLst>
          </p:cNvPr>
          <p:cNvSpPr/>
          <p:nvPr/>
        </p:nvSpPr>
        <p:spPr>
          <a:xfrm>
            <a:off x="8806862" y="4135802"/>
            <a:ext cx="1528312" cy="1041258"/>
          </a:xfrm>
          <a:prstGeom prst="round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1 – LAPELA 1</a:t>
            </a:r>
            <a:b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</a:br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2 – LAPELA 2</a:t>
            </a:r>
            <a:b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</a:br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3 – LAPELA 3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4 – MD 1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5 – MD 2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6 – MD 3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7 - 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8 - OVER</a:t>
            </a:r>
          </a:p>
          <a:p>
            <a:endParaRPr lang="pt-BR" sz="800">
              <a:solidFill>
                <a:schemeClr val="bg1">
                  <a:lumMod val="50000"/>
                </a:schemeClr>
              </a:solidFill>
              <a:latin typeface="Globotipo Texto" panose="00000500000000000000" pitchFamily="50" charset="0"/>
            </a:endParaRPr>
          </a:p>
          <a:p>
            <a:endParaRPr lang="pt-BR" sz="800" b="1">
              <a:solidFill>
                <a:schemeClr val="bg1">
                  <a:lumMod val="50000"/>
                </a:schemeClr>
              </a:solidFill>
              <a:latin typeface="Globotipo Texto" panose="00000500000000000000" pitchFamily="50" charset="0"/>
            </a:endParaRPr>
          </a:p>
        </p:txBody>
      </p:sp>
      <p:sp>
        <p:nvSpPr>
          <p:cNvPr id="185" name="Retângulo: Cantos Arredondados 14">
            <a:extLst>
              <a:ext uri="{FF2B5EF4-FFF2-40B4-BE49-F238E27FC236}">
                <a16:creationId xmlns:a16="http://schemas.microsoft.com/office/drawing/2014/main" id="{A4369CC4-F818-D437-DB81-743C63693B8D}"/>
              </a:ext>
            </a:extLst>
          </p:cNvPr>
          <p:cNvSpPr/>
          <p:nvPr/>
        </p:nvSpPr>
        <p:spPr>
          <a:xfrm>
            <a:off x="3884332" y="562739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DTV/ CAMERA</a:t>
            </a:r>
          </a:p>
        </p:txBody>
      </p:sp>
      <p:cxnSp>
        <p:nvCxnSpPr>
          <p:cNvPr id="186" name="Conector de seta reta 181">
            <a:extLst>
              <a:ext uri="{FF2B5EF4-FFF2-40B4-BE49-F238E27FC236}">
                <a16:creationId xmlns:a16="http://schemas.microsoft.com/office/drawing/2014/main" id="{0E997DDA-478F-CE93-2ED2-6ED09A77358A}"/>
              </a:ext>
            </a:extLst>
          </p:cNvPr>
          <p:cNvCxnSpPr/>
          <p:nvPr/>
        </p:nvCxnSpPr>
        <p:spPr>
          <a:xfrm flipH="1" flipV="1">
            <a:off x="1709164" y="5724185"/>
            <a:ext cx="217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D804CDFF-6634-6329-54C3-4871B64BA431}"/>
              </a:ext>
            </a:extLst>
          </p:cNvPr>
          <p:cNvSpPr txBox="1"/>
          <p:nvPr/>
        </p:nvSpPr>
        <p:spPr>
          <a:xfrm>
            <a:off x="3087829" y="5564567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88" name="Retângulo: Cantos Arredondados 14">
            <a:extLst>
              <a:ext uri="{FF2B5EF4-FFF2-40B4-BE49-F238E27FC236}">
                <a16:creationId xmlns:a16="http://schemas.microsoft.com/office/drawing/2014/main" id="{A4369CC4-F818-D437-DB81-743C63693B8D}"/>
              </a:ext>
            </a:extLst>
          </p:cNvPr>
          <p:cNvSpPr/>
          <p:nvPr/>
        </p:nvSpPr>
        <p:spPr>
          <a:xfrm>
            <a:off x="6987757" y="562392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DTV/ CAMERA</a:t>
            </a:r>
          </a:p>
        </p:txBody>
      </p:sp>
      <p:cxnSp>
        <p:nvCxnSpPr>
          <p:cNvPr id="190" name="Conector de seta reta 181">
            <a:extLst>
              <a:ext uri="{FF2B5EF4-FFF2-40B4-BE49-F238E27FC236}">
                <a16:creationId xmlns:a16="http://schemas.microsoft.com/office/drawing/2014/main" id="{0E997DDA-478F-CE93-2ED2-6ED09A77358A}"/>
              </a:ext>
            </a:extLst>
          </p:cNvPr>
          <p:cNvCxnSpPr/>
          <p:nvPr/>
        </p:nvCxnSpPr>
        <p:spPr>
          <a:xfrm flipH="1" flipV="1">
            <a:off x="5498393" y="5720720"/>
            <a:ext cx="1443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D804CDFF-6634-6329-54C3-4871B64BA431}"/>
              </a:ext>
            </a:extLst>
          </p:cNvPr>
          <p:cNvSpPr txBox="1"/>
          <p:nvPr/>
        </p:nvSpPr>
        <p:spPr>
          <a:xfrm>
            <a:off x="6191254" y="5561102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</a:t>
            </a:r>
          </a:p>
        </p:txBody>
      </p:sp>
    </p:spTree>
    <p:extLst>
      <p:ext uri="{BB962C8B-B14F-4D97-AF65-F5344CB8AC3E}">
        <p14:creationId xmlns:p14="http://schemas.microsoft.com/office/powerpoint/2010/main" val="422664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557E3-CCFB-F3FC-744C-E32691B54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4506D9D5-79A9-0A74-3363-A8A6F9850CD1}"/>
              </a:ext>
            </a:extLst>
          </p:cNvPr>
          <p:cNvSpPr txBox="1"/>
          <p:nvPr/>
        </p:nvSpPr>
        <p:spPr>
          <a:xfrm>
            <a:off x="6199114" y="2117554"/>
            <a:ext cx="9997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TVU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362485-DF8C-F91D-2582-F644346E0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1E2778D-C5E4-91EE-F049-0DF683C91F59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5D920C61-1FB5-25F4-91C8-746CD8CFAE97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BHE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11B5502-5B6E-3F12-1636-C317EE7593CE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C07A5BE-E728-F049-CAB9-70FD3C45A9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D4917E7F-0023-833E-5C6A-20BBEB6162CE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2CA9E041-5135-FA28-4EDA-6A603A2413A7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177E5CE6-758F-8084-7495-5E92E3A648F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4E064F58-07FD-2CFA-9255-E801416E06C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D653ABEE-0635-7F66-6390-60DF6031F650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BHE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DA35CD27-0789-3078-C831-F8D02D3AEACA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9BEC35C6-F787-B789-2A7E-55F32D07AC4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065CE069-FD6F-C58C-F9B6-2B3DD131DC5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A1BF8E4F-CCC0-19DA-5AF3-A08FA9DDB89D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BHE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1465CA26-2886-3213-CCCE-797BE3BF209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E62954F-FB8D-237C-9D27-94F37FAC882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E3290908-598C-0C13-2220-C5A5D431093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AF27E2F3-BEC1-589B-0325-C60ED30A61E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B8E0F00A-644C-A4B4-2769-699AE480D87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80E71AAB-CC8D-D21D-54B8-0671759AD94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214B6C40-0C50-69E8-81AF-54F6DFDD4E9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2413B316-3B8E-C2B8-613F-062C898FCED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84A48A0B-F9CD-63CE-A21E-4C7A483604B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38D42C6C-1AE0-B401-845C-4852F8F93252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F569AFB-890A-AF71-C085-5C899B49A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1EFB3C5-8407-54CC-2B18-F50E49687DC0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6F79B572-89D6-9256-17DF-3E3D0295E6BD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grpSp>
        <p:nvGrpSpPr>
          <p:cNvPr id="143" name="Agrupar 12">
            <a:extLst>
              <a:ext uri="{FF2B5EF4-FFF2-40B4-BE49-F238E27FC236}">
                <a16:creationId xmlns:a16="http://schemas.microsoft.com/office/drawing/2014/main" id="{BC2685E9-3360-4437-26F5-523597683878}"/>
              </a:ext>
            </a:extLst>
          </p:cNvPr>
          <p:cNvGrpSpPr/>
          <p:nvPr/>
        </p:nvGrpSpPr>
        <p:grpSpPr>
          <a:xfrm>
            <a:off x="10342247" y="4221784"/>
            <a:ext cx="1528312" cy="1739875"/>
            <a:chOff x="3802360" y="667396"/>
            <a:chExt cx="1528312" cy="631838"/>
          </a:xfrm>
        </p:grpSpPr>
        <p:grpSp>
          <p:nvGrpSpPr>
            <p:cNvPr id="127" name="Agrupar 64">
              <a:extLst>
                <a:ext uri="{FF2B5EF4-FFF2-40B4-BE49-F238E27FC236}">
                  <a16:creationId xmlns:a16="http://schemas.microsoft.com/office/drawing/2014/main" id="{A867BE73-1A85-B0D1-CE7D-58117EB41490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0" name="Retângulo: Cantos Arredondados 88">
                <a:extLst>
                  <a:ext uri="{FF2B5EF4-FFF2-40B4-BE49-F238E27FC236}">
                    <a16:creationId xmlns:a16="http://schemas.microsoft.com/office/drawing/2014/main" id="{45E82423-4A2D-CE6F-BCDD-669BEDE76A7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9">
                <a:extLst>
                  <a:ext uri="{FF2B5EF4-FFF2-40B4-BE49-F238E27FC236}">
                    <a16:creationId xmlns:a16="http://schemas.microsoft.com/office/drawing/2014/main" id="{5E24AE4D-4FD8-5632-902E-A16AC6DB67F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91">
                <a:extLst>
                  <a:ext uri="{FF2B5EF4-FFF2-40B4-BE49-F238E27FC236}">
                    <a16:creationId xmlns:a16="http://schemas.microsoft.com/office/drawing/2014/main" id="{6C2F9065-1606-929D-788A-058596C35F2A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 -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28" name="Agrupar 68">
              <a:extLst>
                <a:ext uri="{FF2B5EF4-FFF2-40B4-BE49-F238E27FC236}">
                  <a16:creationId xmlns:a16="http://schemas.microsoft.com/office/drawing/2014/main" id="{569D346A-D5F3-D9B5-2278-F0BACAB7108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84">
                <a:extLst>
                  <a:ext uri="{FF2B5EF4-FFF2-40B4-BE49-F238E27FC236}">
                    <a16:creationId xmlns:a16="http://schemas.microsoft.com/office/drawing/2014/main" id="{6CADA764-9527-1DCF-506C-B1CAE896BA4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85">
                <a:extLst>
                  <a:ext uri="{FF2B5EF4-FFF2-40B4-BE49-F238E27FC236}">
                    <a16:creationId xmlns:a16="http://schemas.microsoft.com/office/drawing/2014/main" id="{FB614CCC-7C26-F62F-B7B9-66940F159A7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Agrupar 69">
              <a:extLst>
                <a:ext uri="{FF2B5EF4-FFF2-40B4-BE49-F238E27FC236}">
                  <a16:creationId xmlns:a16="http://schemas.microsoft.com/office/drawing/2014/main" id="{DBF3471F-2DFF-175F-3CF1-FC1B7113C020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80">
                <a:extLst>
                  <a:ext uri="{FF2B5EF4-FFF2-40B4-BE49-F238E27FC236}">
                    <a16:creationId xmlns:a16="http://schemas.microsoft.com/office/drawing/2014/main" id="{24D8944C-70E6-6969-96E8-9D94F9EF2DA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81">
                <a:extLst>
                  <a:ext uri="{FF2B5EF4-FFF2-40B4-BE49-F238E27FC236}">
                    <a16:creationId xmlns:a16="http://schemas.microsoft.com/office/drawing/2014/main" id="{C4269791-DFF0-46CC-9627-AC59D7F6073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Agrupar 70">
              <a:extLst>
                <a:ext uri="{FF2B5EF4-FFF2-40B4-BE49-F238E27FC236}">
                  <a16:creationId xmlns:a16="http://schemas.microsoft.com/office/drawing/2014/main" id="{0D061F51-4E08-0C75-8B58-DD581E4C053C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4" name="Retângulo: Cantos Arredondados 76">
                <a:extLst>
                  <a:ext uri="{FF2B5EF4-FFF2-40B4-BE49-F238E27FC236}">
                    <a16:creationId xmlns:a16="http://schemas.microsoft.com/office/drawing/2014/main" id="{A1B73D73-D328-3D06-0F7D-663003DEF56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Retângulo: Cantos Arredondados 77">
                <a:extLst>
                  <a:ext uri="{FF2B5EF4-FFF2-40B4-BE49-F238E27FC236}">
                    <a16:creationId xmlns:a16="http://schemas.microsoft.com/office/drawing/2014/main" id="{166D2131-835F-26B4-3200-11E7724A018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1" name="Agrupar 71">
              <a:extLst>
                <a:ext uri="{FF2B5EF4-FFF2-40B4-BE49-F238E27FC236}">
                  <a16:creationId xmlns:a16="http://schemas.microsoft.com/office/drawing/2014/main" id="{22AE21AA-903C-4DC9-DE95-599D1DB1D33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2" name="Retângulo: Cantos Arredondados 72">
                <a:extLst>
                  <a:ext uri="{FF2B5EF4-FFF2-40B4-BE49-F238E27FC236}">
                    <a16:creationId xmlns:a16="http://schemas.microsoft.com/office/drawing/2014/main" id="{6070D8D9-0A0B-F3FE-3EF2-2E3651872FB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73">
                <a:extLst>
                  <a:ext uri="{FF2B5EF4-FFF2-40B4-BE49-F238E27FC236}">
                    <a16:creationId xmlns:a16="http://schemas.microsoft.com/office/drawing/2014/main" id="{FFCEF87B-0668-D524-F126-1098F814967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45" name="Retângulo: Cantos Arredondados 62">
            <a:extLst>
              <a:ext uri="{FF2B5EF4-FFF2-40B4-BE49-F238E27FC236}">
                <a16:creationId xmlns:a16="http://schemas.microsoft.com/office/drawing/2014/main" id="{B95E23BC-2AF1-97F7-3DE1-F5DF5FF6C436}"/>
              </a:ext>
            </a:extLst>
          </p:cNvPr>
          <p:cNvSpPr/>
          <p:nvPr/>
        </p:nvSpPr>
        <p:spPr>
          <a:xfrm>
            <a:off x="10392113" y="3864903"/>
            <a:ext cx="1478446" cy="1383208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sp>
        <p:nvSpPr>
          <p:cNvPr id="3" name="Retângulo: Cantos Arredondados 62">
            <a:extLst>
              <a:ext uri="{FF2B5EF4-FFF2-40B4-BE49-F238E27FC236}">
                <a16:creationId xmlns:a16="http://schemas.microsoft.com/office/drawing/2014/main" id="{DF247E86-F510-9A76-3EF8-04EF09D3842B}"/>
              </a:ext>
            </a:extLst>
          </p:cNvPr>
          <p:cNvSpPr/>
          <p:nvPr/>
        </p:nvSpPr>
        <p:spPr>
          <a:xfrm>
            <a:off x="10422637" y="5311468"/>
            <a:ext cx="1478446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grpSp>
        <p:nvGrpSpPr>
          <p:cNvPr id="17" name="Agrupar 12">
            <a:extLst>
              <a:ext uri="{FF2B5EF4-FFF2-40B4-BE49-F238E27FC236}">
                <a16:creationId xmlns:a16="http://schemas.microsoft.com/office/drawing/2014/main" id="{1B7B5A60-A942-3572-AFF8-1619B31D2BD6}"/>
              </a:ext>
            </a:extLst>
          </p:cNvPr>
          <p:cNvGrpSpPr/>
          <p:nvPr/>
        </p:nvGrpSpPr>
        <p:grpSpPr>
          <a:xfrm>
            <a:off x="10394112" y="5715695"/>
            <a:ext cx="1805132" cy="1294705"/>
            <a:chOff x="3802360" y="667396"/>
            <a:chExt cx="1528312" cy="631838"/>
          </a:xfrm>
        </p:grpSpPr>
        <p:grpSp>
          <p:nvGrpSpPr>
            <p:cNvPr id="27" name="Agrupar 64">
              <a:extLst>
                <a:ext uri="{FF2B5EF4-FFF2-40B4-BE49-F238E27FC236}">
                  <a16:creationId xmlns:a16="http://schemas.microsoft.com/office/drawing/2014/main" id="{0987BD9D-3D0A-F1C9-E581-295B75CB36F0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303474"/>
              <a:chOff x="3802360" y="667396"/>
              <a:chExt cx="1528312" cy="303474"/>
            </a:xfrm>
          </p:grpSpPr>
          <p:sp>
            <p:nvSpPr>
              <p:cNvPr id="52" name="Retângulo: Cantos Arredondados 88">
                <a:extLst>
                  <a:ext uri="{FF2B5EF4-FFF2-40B4-BE49-F238E27FC236}">
                    <a16:creationId xmlns:a16="http://schemas.microsoft.com/office/drawing/2014/main" id="{454C0D19-9A3B-4620-10A8-C15804C6743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tângulo: Cantos Arredondados 89">
                <a:extLst>
                  <a:ext uri="{FF2B5EF4-FFF2-40B4-BE49-F238E27FC236}">
                    <a16:creationId xmlns:a16="http://schemas.microsoft.com/office/drawing/2014/main" id="{91D34EE2-7595-9942-4F85-5BA96B005EC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tângulo: Cantos Arredondados 91">
                <a:extLst>
                  <a:ext uri="{FF2B5EF4-FFF2-40B4-BE49-F238E27FC236}">
                    <a16:creationId xmlns:a16="http://schemas.microsoft.com/office/drawing/2014/main" id="{5329A014-4E75-ED9B-C79F-B1EC12D11FD2}"/>
                  </a:ext>
                </a:extLst>
              </p:cNvPr>
              <p:cNvSpPr/>
              <p:nvPr/>
            </p:nvSpPr>
            <p:spPr>
              <a:xfrm>
                <a:off x="3802360" y="771892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1 –MUX PROD</a:t>
                </a:r>
                <a:br>
                  <a:rPr lang="pt-BR" sz="800"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2 –AMB MONO</a:t>
                </a:r>
                <a:br>
                  <a:rPr lang="pt-BR" sz="800">
                    <a:latin typeface="Globotipo Texto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3 – MUX PROD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4 – AMB MONO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5 – MUX PROD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</a:t>
                </a: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AMB MONO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7 –  MUX PROD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</a:t>
                </a: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AMB MONO</a:t>
                </a: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9" name="Agrupar 68">
              <a:extLst>
                <a:ext uri="{FF2B5EF4-FFF2-40B4-BE49-F238E27FC236}">
                  <a16:creationId xmlns:a16="http://schemas.microsoft.com/office/drawing/2014/main" id="{6926A153-2B91-DE93-7E42-A2BC45357EF4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84">
                <a:extLst>
                  <a:ext uri="{FF2B5EF4-FFF2-40B4-BE49-F238E27FC236}">
                    <a16:creationId xmlns:a16="http://schemas.microsoft.com/office/drawing/2014/main" id="{A847D24C-A6DF-9FDD-6E5F-09ECB5C9587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Retângulo: Cantos Arredondados 85">
                <a:extLst>
                  <a:ext uri="{FF2B5EF4-FFF2-40B4-BE49-F238E27FC236}">
                    <a16:creationId xmlns:a16="http://schemas.microsoft.com/office/drawing/2014/main" id="{138684E6-ECEA-F4F0-2376-B0132DF2684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" name="Agrupar 69">
              <a:extLst>
                <a:ext uri="{FF2B5EF4-FFF2-40B4-BE49-F238E27FC236}">
                  <a16:creationId xmlns:a16="http://schemas.microsoft.com/office/drawing/2014/main" id="{22BD46EB-C90D-4FE7-31F0-CD6AF5CDE00A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5" name="Retângulo: Cantos Arredondados 80">
                <a:extLst>
                  <a:ext uri="{FF2B5EF4-FFF2-40B4-BE49-F238E27FC236}">
                    <a16:creationId xmlns:a16="http://schemas.microsoft.com/office/drawing/2014/main" id="{ADD86C3F-DD01-4539-E235-0A0334302E0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tângulo: Cantos Arredondados 81">
                <a:extLst>
                  <a:ext uri="{FF2B5EF4-FFF2-40B4-BE49-F238E27FC236}">
                    <a16:creationId xmlns:a16="http://schemas.microsoft.com/office/drawing/2014/main" id="{CC50B081-5A4F-B6F0-537A-C8C96476896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" name="Agrupar 70">
              <a:extLst>
                <a:ext uri="{FF2B5EF4-FFF2-40B4-BE49-F238E27FC236}">
                  <a16:creationId xmlns:a16="http://schemas.microsoft.com/office/drawing/2014/main" id="{3416B5E5-ECE3-9A49-780B-93A81CE6F2B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1" name="Retângulo: Cantos Arredondados 76">
                <a:extLst>
                  <a:ext uri="{FF2B5EF4-FFF2-40B4-BE49-F238E27FC236}">
                    <a16:creationId xmlns:a16="http://schemas.microsoft.com/office/drawing/2014/main" id="{E56B63A0-FFE4-8BBF-CF39-A7F2D2B9D11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tângulo: Cantos Arredondados 77">
                <a:extLst>
                  <a:ext uri="{FF2B5EF4-FFF2-40B4-BE49-F238E27FC236}">
                    <a16:creationId xmlns:a16="http://schemas.microsoft.com/office/drawing/2014/main" id="{9E77BCE0-1253-3B3E-D6F0-C419AA6A7AC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Agrupar 71">
              <a:extLst>
                <a:ext uri="{FF2B5EF4-FFF2-40B4-BE49-F238E27FC236}">
                  <a16:creationId xmlns:a16="http://schemas.microsoft.com/office/drawing/2014/main" id="{F1ACA8CC-3860-2C0C-3F83-C59CA3278B88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7" name="Retângulo: Cantos Arredondados 72">
                <a:extLst>
                  <a:ext uri="{FF2B5EF4-FFF2-40B4-BE49-F238E27FC236}">
                    <a16:creationId xmlns:a16="http://schemas.microsoft.com/office/drawing/2014/main" id="{646B791F-6D07-EAFD-F421-0EAC92D7941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tângulo: Cantos Arredondados 73">
                <a:extLst>
                  <a:ext uri="{FF2B5EF4-FFF2-40B4-BE49-F238E27FC236}">
                    <a16:creationId xmlns:a16="http://schemas.microsoft.com/office/drawing/2014/main" id="{92D3A73C-78D7-EE0D-F6B0-6FC253ED335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F5A20F37-2136-7CE8-9A04-5EA0B99108E0}"/>
              </a:ext>
            </a:extLst>
          </p:cNvPr>
          <p:cNvSpPr/>
          <p:nvPr/>
        </p:nvSpPr>
        <p:spPr>
          <a:xfrm>
            <a:off x="1806327" y="216246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A5FC11B9-B796-C7B3-0501-149E0EB177ED}"/>
              </a:ext>
            </a:extLst>
          </p:cNvPr>
          <p:cNvSpPr/>
          <p:nvPr/>
        </p:nvSpPr>
        <p:spPr>
          <a:xfrm>
            <a:off x="1806325" y="185020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BCFF88F5-8810-0FC8-371F-E22FCCBE9F8C}"/>
              </a:ext>
            </a:extLst>
          </p:cNvPr>
          <p:cNvSpPr/>
          <p:nvPr/>
        </p:nvSpPr>
        <p:spPr>
          <a:xfrm>
            <a:off x="1806324" y="153794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sp>
        <p:nvSpPr>
          <p:cNvPr id="108" name="Retângulo: Cantos Arredondados 63">
            <a:extLst>
              <a:ext uri="{FF2B5EF4-FFF2-40B4-BE49-F238E27FC236}">
                <a16:creationId xmlns:a16="http://schemas.microsoft.com/office/drawing/2014/main" id="{9FDFFF7F-018A-CDF1-439B-819950ED2175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BHE </a:t>
            </a:r>
          </a:p>
        </p:txBody>
      </p:sp>
      <p:sp>
        <p:nvSpPr>
          <p:cNvPr id="112" name="Retângulo: Cantos Arredondados 63">
            <a:extLst>
              <a:ext uri="{FF2B5EF4-FFF2-40B4-BE49-F238E27FC236}">
                <a16:creationId xmlns:a16="http://schemas.microsoft.com/office/drawing/2014/main" id="{E59ABFEE-2F82-CE9C-8A9D-41E1B7EBAD92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19" name="Conector de seta reta 154">
            <a:extLst>
              <a:ext uri="{FF2B5EF4-FFF2-40B4-BE49-F238E27FC236}">
                <a16:creationId xmlns:a16="http://schemas.microsoft.com/office/drawing/2014/main" id="{300C7449-B90F-72C3-0DE1-0557BB364E05}"/>
              </a:ext>
            </a:extLst>
          </p:cNvPr>
          <p:cNvCxnSpPr>
            <a:stCxn id="104" idx="3"/>
          </p:cNvCxnSpPr>
          <p:nvPr/>
        </p:nvCxnSpPr>
        <p:spPr>
          <a:xfrm>
            <a:off x="2460359" y="164452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de seta reta 157">
            <a:extLst>
              <a:ext uri="{FF2B5EF4-FFF2-40B4-BE49-F238E27FC236}">
                <a16:creationId xmlns:a16="http://schemas.microsoft.com/office/drawing/2014/main" id="{AD615D63-2900-5790-F05F-3AF914D88787}"/>
              </a:ext>
            </a:extLst>
          </p:cNvPr>
          <p:cNvCxnSpPr>
            <a:stCxn id="93" idx="3"/>
          </p:cNvCxnSpPr>
          <p:nvPr/>
        </p:nvCxnSpPr>
        <p:spPr>
          <a:xfrm>
            <a:off x="2460360" y="195678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de seta reta 159">
            <a:extLst>
              <a:ext uri="{FF2B5EF4-FFF2-40B4-BE49-F238E27FC236}">
                <a16:creationId xmlns:a16="http://schemas.microsoft.com/office/drawing/2014/main" id="{49E8B6BF-55FA-2F29-1EAF-8A0370ACB05A}"/>
              </a:ext>
            </a:extLst>
          </p:cNvPr>
          <p:cNvCxnSpPr>
            <a:stCxn id="91" idx="3"/>
          </p:cNvCxnSpPr>
          <p:nvPr/>
        </p:nvCxnSpPr>
        <p:spPr>
          <a:xfrm flipV="1">
            <a:off x="2460361" y="226898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tângulo: Cantos Arredondados 14">
            <a:extLst>
              <a:ext uri="{FF2B5EF4-FFF2-40B4-BE49-F238E27FC236}">
                <a16:creationId xmlns:a16="http://schemas.microsoft.com/office/drawing/2014/main" id="{8ECA21AF-5139-554D-4CA3-C9BDB7CBBEEA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44" name="Conector de seta reta 181">
            <a:extLst>
              <a:ext uri="{FF2B5EF4-FFF2-40B4-BE49-F238E27FC236}">
                <a16:creationId xmlns:a16="http://schemas.microsoft.com/office/drawing/2014/main" id="{58021BC8-8495-8AD5-0C8F-ACE78FFE2C00}"/>
              </a:ext>
            </a:extLst>
          </p:cNvPr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tângulo: Cantos Arredondados 63">
            <a:extLst>
              <a:ext uri="{FF2B5EF4-FFF2-40B4-BE49-F238E27FC236}">
                <a16:creationId xmlns:a16="http://schemas.microsoft.com/office/drawing/2014/main" id="{C26A5DD0-6D86-A711-42FF-D5A6C37447EC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BHE </a:t>
            </a:r>
          </a:p>
        </p:txBody>
      </p:sp>
      <p:sp>
        <p:nvSpPr>
          <p:cNvPr id="166" name="Retângulo: Cantos Arredondados 63">
            <a:extLst>
              <a:ext uri="{FF2B5EF4-FFF2-40B4-BE49-F238E27FC236}">
                <a16:creationId xmlns:a16="http://schemas.microsoft.com/office/drawing/2014/main" id="{7AA40CCC-E650-4B77-355C-C83E0735F4F2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167" name="Retângulo: Cantos Arredondados 14">
            <a:extLst>
              <a:ext uri="{FF2B5EF4-FFF2-40B4-BE49-F238E27FC236}">
                <a16:creationId xmlns:a16="http://schemas.microsoft.com/office/drawing/2014/main" id="{721DDCD7-55B3-20C0-3745-C7D6EFD17FDE}"/>
              </a:ext>
            </a:extLst>
          </p:cNvPr>
          <p:cNvSpPr/>
          <p:nvPr/>
        </p:nvSpPr>
        <p:spPr>
          <a:xfrm>
            <a:off x="5562603" y="21679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  <a:p>
            <a:pPr algn="ctr"/>
            <a:r>
              <a:rPr lang="pt-BR" sz="700">
                <a:solidFill>
                  <a:schemeClr val="tx1"/>
                </a:solidFill>
              </a:rPr>
              <a:t>VIA DR</a:t>
            </a:r>
          </a:p>
        </p:txBody>
      </p:sp>
      <p:sp>
        <p:nvSpPr>
          <p:cNvPr id="168" name="Retângulo: Cantos Arredondados 17">
            <a:extLst>
              <a:ext uri="{FF2B5EF4-FFF2-40B4-BE49-F238E27FC236}">
                <a16:creationId xmlns:a16="http://schemas.microsoft.com/office/drawing/2014/main" id="{47819BBF-4E0F-37A8-0EDC-41763784FD10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169" name="Retângulo: Cantos Arredondados 23">
            <a:extLst>
              <a:ext uri="{FF2B5EF4-FFF2-40B4-BE49-F238E27FC236}">
                <a16:creationId xmlns:a16="http://schemas.microsoft.com/office/drawing/2014/main" id="{F6EC9CE3-C1F6-926B-8A80-8CD59197E28F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170" name="Conector de seta reta 292">
            <a:extLst>
              <a:ext uri="{FF2B5EF4-FFF2-40B4-BE49-F238E27FC236}">
                <a16:creationId xmlns:a16="http://schemas.microsoft.com/office/drawing/2014/main" id="{A3D8DF08-0535-A0CA-BA2E-94614C43E30B}"/>
              </a:ext>
            </a:extLst>
          </p:cNvPr>
          <p:cNvCxnSpPr>
            <a:cxnSpLocks/>
            <a:stCxn id="169" idx="3"/>
          </p:cNvCxnSpPr>
          <p:nvPr/>
        </p:nvCxnSpPr>
        <p:spPr>
          <a:xfrm>
            <a:off x="6216636" y="1649968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de seta reta 293">
            <a:extLst>
              <a:ext uri="{FF2B5EF4-FFF2-40B4-BE49-F238E27FC236}">
                <a16:creationId xmlns:a16="http://schemas.microsoft.com/office/drawing/2014/main" id="{C88FE200-F1CC-2E2C-9E8A-B72C44191DA5}"/>
              </a:ext>
            </a:extLst>
          </p:cNvPr>
          <p:cNvCxnSpPr>
            <a:cxnSpLocks/>
            <a:stCxn id="168" idx="3"/>
          </p:cNvCxnSpPr>
          <p:nvPr/>
        </p:nvCxnSpPr>
        <p:spPr>
          <a:xfrm>
            <a:off x="6216637" y="1962228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de seta reta 294">
            <a:extLst>
              <a:ext uri="{FF2B5EF4-FFF2-40B4-BE49-F238E27FC236}">
                <a16:creationId xmlns:a16="http://schemas.microsoft.com/office/drawing/2014/main" id="{C330DC3C-8708-AA41-197F-DE182975F3D7}"/>
              </a:ext>
            </a:extLst>
          </p:cNvPr>
          <p:cNvCxnSpPr>
            <a:cxnSpLocks/>
            <a:stCxn id="167" idx="3"/>
          </p:cNvCxnSpPr>
          <p:nvPr/>
        </p:nvCxnSpPr>
        <p:spPr>
          <a:xfrm flipV="1">
            <a:off x="6216638" y="2274428"/>
            <a:ext cx="1418163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tângulo: Cantos Arredondados 14">
            <a:extLst>
              <a:ext uri="{FF2B5EF4-FFF2-40B4-BE49-F238E27FC236}">
                <a16:creationId xmlns:a16="http://schemas.microsoft.com/office/drawing/2014/main" id="{B06B36DF-2889-E3E3-F83F-9BDAA54B86B1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76" name="Conector de seta reta 307">
            <a:extLst>
              <a:ext uri="{FF2B5EF4-FFF2-40B4-BE49-F238E27FC236}">
                <a16:creationId xmlns:a16="http://schemas.microsoft.com/office/drawing/2014/main" id="{562D87AE-2885-8E91-7B79-A8AE3E099E44}"/>
              </a:ext>
            </a:extLst>
          </p:cNvPr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tângulo: Cantos Arredondados 17">
            <a:extLst>
              <a:ext uri="{FF2B5EF4-FFF2-40B4-BE49-F238E27FC236}">
                <a16:creationId xmlns:a16="http://schemas.microsoft.com/office/drawing/2014/main" id="{D876F66B-0EA6-65F7-3272-E4A9D928422D}"/>
              </a:ext>
            </a:extLst>
          </p:cNvPr>
          <p:cNvSpPr/>
          <p:nvPr/>
        </p:nvSpPr>
        <p:spPr>
          <a:xfrm>
            <a:off x="8653012" y="183495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BY</a:t>
            </a:r>
          </a:p>
        </p:txBody>
      </p:sp>
      <p:sp>
        <p:nvSpPr>
          <p:cNvPr id="178" name="Retângulo: Cantos Arredondados 23">
            <a:extLst>
              <a:ext uri="{FF2B5EF4-FFF2-40B4-BE49-F238E27FC236}">
                <a16:creationId xmlns:a16="http://schemas.microsoft.com/office/drawing/2014/main" id="{3A7E3A21-AB3B-3193-EA13-B7020F7EB488}"/>
              </a:ext>
            </a:extLst>
          </p:cNvPr>
          <p:cNvSpPr/>
          <p:nvPr/>
        </p:nvSpPr>
        <p:spPr>
          <a:xfrm>
            <a:off x="8653011" y="152269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TIT</a:t>
            </a:r>
          </a:p>
        </p:txBody>
      </p:sp>
      <p:cxnSp>
        <p:nvCxnSpPr>
          <p:cNvPr id="179" name="Conector de seta reta 319">
            <a:extLst>
              <a:ext uri="{FF2B5EF4-FFF2-40B4-BE49-F238E27FC236}">
                <a16:creationId xmlns:a16="http://schemas.microsoft.com/office/drawing/2014/main" id="{AF992127-B514-C58D-0BD7-8A745B9BAB83}"/>
              </a:ext>
            </a:extLst>
          </p:cNvPr>
          <p:cNvCxnSpPr>
            <a:stCxn id="178" idx="3"/>
          </p:cNvCxnSpPr>
          <p:nvPr/>
        </p:nvCxnSpPr>
        <p:spPr>
          <a:xfrm>
            <a:off x="9307047" y="162927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de seta reta 320">
            <a:extLst>
              <a:ext uri="{FF2B5EF4-FFF2-40B4-BE49-F238E27FC236}">
                <a16:creationId xmlns:a16="http://schemas.microsoft.com/office/drawing/2014/main" id="{A89541FF-7C76-6250-FC04-E981B90B3991}"/>
              </a:ext>
            </a:extLst>
          </p:cNvPr>
          <p:cNvCxnSpPr>
            <a:stCxn id="177" idx="3"/>
          </p:cNvCxnSpPr>
          <p:nvPr/>
        </p:nvCxnSpPr>
        <p:spPr>
          <a:xfrm>
            <a:off x="9307048" y="194153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etângulo: Cantos Arredondados 14">
            <a:extLst>
              <a:ext uri="{FF2B5EF4-FFF2-40B4-BE49-F238E27FC236}">
                <a16:creationId xmlns:a16="http://schemas.microsoft.com/office/drawing/2014/main" id="{C3A08185-58A5-CD06-A39C-FBD7BC1F0BA3}"/>
              </a:ext>
            </a:extLst>
          </p:cNvPr>
          <p:cNvSpPr/>
          <p:nvPr/>
        </p:nvSpPr>
        <p:spPr>
          <a:xfrm>
            <a:off x="3886203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82" name="Conector de seta reta 144">
            <a:extLst>
              <a:ext uri="{FF2B5EF4-FFF2-40B4-BE49-F238E27FC236}">
                <a16:creationId xmlns:a16="http://schemas.microsoft.com/office/drawing/2014/main" id="{48023746-FD70-26E4-F7A2-FC722A0912F4}"/>
              </a:ext>
            </a:extLst>
          </p:cNvPr>
          <p:cNvCxnSpPr/>
          <p:nvPr/>
        </p:nvCxnSpPr>
        <p:spPr>
          <a:xfrm flipH="1" flipV="1">
            <a:off x="1752599" y="3068014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51244C4C-3D12-8933-286B-A0B8F3E2461B}"/>
              </a:ext>
            </a:extLst>
          </p:cNvPr>
          <p:cNvSpPr txBox="1"/>
          <p:nvPr/>
        </p:nvSpPr>
        <p:spPr>
          <a:xfrm>
            <a:off x="6188587" y="1478433"/>
            <a:ext cx="910800" cy="206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 </a:t>
            </a:r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E4DE607A-C36B-A65C-704B-927ACE18ED26}"/>
              </a:ext>
            </a:extLst>
          </p:cNvPr>
          <p:cNvSpPr txBox="1"/>
          <p:nvPr/>
        </p:nvSpPr>
        <p:spPr>
          <a:xfrm>
            <a:off x="6186840" y="1807224"/>
            <a:ext cx="899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</a:t>
            </a:r>
          </a:p>
        </p:txBody>
      </p: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3183FB32-EFE2-6766-5552-F14836C052C3}"/>
              </a:ext>
            </a:extLst>
          </p:cNvPr>
          <p:cNvSpPr txBox="1"/>
          <p:nvPr/>
        </p:nvSpPr>
        <p:spPr>
          <a:xfrm>
            <a:off x="9291084" y="14585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56A525AA-7A1D-EACB-2399-B1C61A11DF09}"/>
              </a:ext>
            </a:extLst>
          </p:cNvPr>
          <p:cNvSpPr txBox="1"/>
          <p:nvPr/>
        </p:nvSpPr>
        <p:spPr>
          <a:xfrm>
            <a:off x="9296400" y="1785699"/>
            <a:ext cx="6599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067EFDCC-B25C-C335-38D1-18E34520BD73}"/>
              </a:ext>
            </a:extLst>
          </p:cNvPr>
          <p:cNvSpPr txBox="1"/>
          <p:nvPr/>
        </p:nvSpPr>
        <p:spPr>
          <a:xfrm>
            <a:off x="6383961" y="32116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</a:t>
            </a:r>
          </a:p>
        </p:txBody>
      </p:sp>
      <p:sp>
        <p:nvSpPr>
          <p:cNvPr id="204" name="Retângulo: Cantos Arredondados 17">
            <a:extLst>
              <a:ext uri="{FF2B5EF4-FFF2-40B4-BE49-F238E27FC236}">
                <a16:creationId xmlns:a16="http://schemas.microsoft.com/office/drawing/2014/main" id="{D2755BD5-7613-B341-A562-78E11F34ED19}"/>
              </a:ext>
            </a:extLst>
          </p:cNvPr>
          <p:cNvSpPr/>
          <p:nvPr/>
        </p:nvSpPr>
        <p:spPr>
          <a:xfrm>
            <a:off x="8653011" y="24844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205" name="Conector de seta reta 197">
            <a:extLst>
              <a:ext uri="{FF2B5EF4-FFF2-40B4-BE49-F238E27FC236}">
                <a16:creationId xmlns:a16="http://schemas.microsoft.com/office/drawing/2014/main" id="{0A9B0D06-9711-FB3C-52E4-B699B34A3FBD}"/>
              </a:ext>
            </a:extLst>
          </p:cNvPr>
          <p:cNvCxnSpPr>
            <a:stCxn id="204" idx="2"/>
          </p:cNvCxnSpPr>
          <p:nvPr/>
        </p:nvCxnSpPr>
        <p:spPr>
          <a:xfrm flipH="1">
            <a:off x="8971384" y="269761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CaixaDeTexto 205">
            <a:extLst>
              <a:ext uri="{FF2B5EF4-FFF2-40B4-BE49-F238E27FC236}">
                <a16:creationId xmlns:a16="http://schemas.microsoft.com/office/drawing/2014/main" id="{F37A556C-5361-D447-F270-0258F84D8860}"/>
              </a:ext>
            </a:extLst>
          </p:cNvPr>
          <p:cNvSpPr txBox="1"/>
          <p:nvPr/>
        </p:nvSpPr>
        <p:spPr>
          <a:xfrm>
            <a:off x="8714387" y="300801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208" name="Retângulo: Cantos Arredondados 23">
            <a:extLst>
              <a:ext uri="{FF2B5EF4-FFF2-40B4-BE49-F238E27FC236}">
                <a16:creationId xmlns:a16="http://schemas.microsoft.com/office/drawing/2014/main" id="{9FC689F9-951D-1093-806E-E0161B37A206}"/>
              </a:ext>
            </a:extLst>
          </p:cNvPr>
          <p:cNvSpPr/>
          <p:nvPr/>
        </p:nvSpPr>
        <p:spPr>
          <a:xfrm>
            <a:off x="4228498" y="428435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sp>
        <p:nvSpPr>
          <p:cNvPr id="209" name="Retângulo: Cantos Arredondados 63">
            <a:extLst>
              <a:ext uri="{FF2B5EF4-FFF2-40B4-BE49-F238E27FC236}">
                <a16:creationId xmlns:a16="http://schemas.microsoft.com/office/drawing/2014/main" id="{3A1E4808-587B-87BE-8C1A-D64C1AB36178}"/>
              </a:ext>
            </a:extLst>
          </p:cNvPr>
          <p:cNvSpPr/>
          <p:nvPr/>
        </p:nvSpPr>
        <p:spPr>
          <a:xfrm>
            <a:off x="3269518" y="4266694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BHE </a:t>
            </a:r>
          </a:p>
        </p:txBody>
      </p:sp>
      <p:cxnSp>
        <p:nvCxnSpPr>
          <p:cNvPr id="210" name="Conector de seta reta 260">
            <a:extLst>
              <a:ext uri="{FF2B5EF4-FFF2-40B4-BE49-F238E27FC236}">
                <a16:creationId xmlns:a16="http://schemas.microsoft.com/office/drawing/2014/main" id="{28C6C1A7-C137-36F9-E1D1-39EC11E67F7C}"/>
              </a:ext>
            </a:extLst>
          </p:cNvPr>
          <p:cNvCxnSpPr>
            <a:stCxn id="208" idx="3"/>
          </p:cNvCxnSpPr>
          <p:nvPr/>
        </p:nvCxnSpPr>
        <p:spPr>
          <a:xfrm>
            <a:off x="4882533" y="439092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tângulo: Cantos Arredondados 23">
            <a:extLst>
              <a:ext uri="{FF2B5EF4-FFF2-40B4-BE49-F238E27FC236}">
                <a16:creationId xmlns:a16="http://schemas.microsoft.com/office/drawing/2014/main" id="{506D615B-F14C-B058-A559-19686EEED4EB}"/>
              </a:ext>
            </a:extLst>
          </p:cNvPr>
          <p:cNvSpPr/>
          <p:nvPr/>
        </p:nvSpPr>
        <p:spPr>
          <a:xfrm>
            <a:off x="4228497" y="458647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cxnSp>
        <p:nvCxnSpPr>
          <p:cNvPr id="212" name="Conector de seta reta 151">
            <a:extLst>
              <a:ext uri="{FF2B5EF4-FFF2-40B4-BE49-F238E27FC236}">
                <a16:creationId xmlns:a16="http://schemas.microsoft.com/office/drawing/2014/main" id="{3FE9AB03-1D9D-A992-9A4A-80F06A8E1683}"/>
              </a:ext>
            </a:extLst>
          </p:cNvPr>
          <p:cNvCxnSpPr/>
          <p:nvPr/>
        </p:nvCxnSpPr>
        <p:spPr>
          <a:xfrm flipV="1">
            <a:off x="4890646" y="4688094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tângulo: Cantos Arredondados 63">
            <a:extLst>
              <a:ext uri="{FF2B5EF4-FFF2-40B4-BE49-F238E27FC236}">
                <a16:creationId xmlns:a16="http://schemas.microsoft.com/office/drawing/2014/main" id="{632516B1-B4A6-568D-7981-BA4305C313E4}"/>
              </a:ext>
            </a:extLst>
          </p:cNvPr>
          <p:cNvSpPr/>
          <p:nvPr/>
        </p:nvSpPr>
        <p:spPr>
          <a:xfrm>
            <a:off x="5812479" y="4261479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14" name="Retângulo: Cantos Arredondados 63">
            <a:extLst>
              <a:ext uri="{FF2B5EF4-FFF2-40B4-BE49-F238E27FC236}">
                <a16:creationId xmlns:a16="http://schemas.microsoft.com/office/drawing/2014/main" id="{AAACECB9-024E-FD94-B4B9-11BE6F6BAA24}"/>
              </a:ext>
            </a:extLst>
          </p:cNvPr>
          <p:cNvSpPr/>
          <p:nvPr/>
        </p:nvSpPr>
        <p:spPr>
          <a:xfrm>
            <a:off x="839513" y="426847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BHE</a:t>
            </a:r>
          </a:p>
        </p:txBody>
      </p:sp>
      <p:sp>
        <p:nvSpPr>
          <p:cNvPr id="215" name="Retângulo: Cantos Arredondados 23">
            <a:extLst>
              <a:ext uri="{FF2B5EF4-FFF2-40B4-BE49-F238E27FC236}">
                <a16:creationId xmlns:a16="http://schemas.microsoft.com/office/drawing/2014/main" id="{09410DA8-E1B3-DCEE-0CF8-33FFD1EE95F9}"/>
              </a:ext>
            </a:extLst>
          </p:cNvPr>
          <p:cNvSpPr/>
          <p:nvPr/>
        </p:nvSpPr>
        <p:spPr>
          <a:xfrm>
            <a:off x="2567746" y="42803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sp>
        <p:nvSpPr>
          <p:cNvPr id="216" name="Retângulo: Cantos Arredondados 23">
            <a:extLst>
              <a:ext uri="{FF2B5EF4-FFF2-40B4-BE49-F238E27FC236}">
                <a16:creationId xmlns:a16="http://schemas.microsoft.com/office/drawing/2014/main" id="{C0087F3A-2211-C124-1AF8-EEA468099E58}"/>
              </a:ext>
            </a:extLst>
          </p:cNvPr>
          <p:cNvSpPr/>
          <p:nvPr/>
        </p:nvSpPr>
        <p:spPr>
          <a:xfrm>
            <a:off x="2575858" y="458275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cxnSp>
        <p:nvCxnSpPr>
          <p:cNvPr id="217" name="Conector de seta reta 3">
            <a:extLst>
              <a:ext uri="{FF2B5EF4-FFF2-40B4-BE49-F238E27FC236}">
                <a16:creationId xmlns:a16="http://schemas.microsoft.com/office/drawing/2014/main" id="{C45F0F74-C962-BB4E-2BB3-6BF9DFCB4B56}"/>
              </a:ext>
            </a:extLst>
          </p:cNvPr>
          <p:cNvCxnSpPr>
            <a:cxnSpLocks/>
            <a:stCxn id="215" idx="1"/>
          </p:cNvCxnSpPr>
          <p:nvPr/>
        </p:nvCxnSpPr>
        <p:spPr>
          <a:xfrm flipH="1" flipV="1">
            <a:off x="1743537" y="4385092"/>
            <a:ext cx="824209" cy="1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de seta reta 6">
            <a:extLst>
              <a:ext uri="{FF2B5EF4-FFF2-40B4-BE49-F238E27FC236}">
                <a16:creationId xmlns:a16="http://schemas.microsoft.com/office/drawing/2014/main" id="{04CDCD47-BF90-73A4-A3B4-FC726D46932D}"/>
              </a:ext>
            </a:extLst>
          </p:cNvPr>
          <p:cNvCxnSpPr>
            <a:cxnSpLocks/>
            <a:stCxn id="216" idx="1"/>
          </p:cNvCxnSpPr>
          <p:nvPr/>
        </p:nvCxnSpPr>
        <p:spPr>
          <a:xfrm flipH="1">
            <a:off x="1751650" y="4689330"/>
            <a:ext cx="82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tângulo: Cantos Arredondados 63">
            <a:extLst>
              <a:ext uri="{FF2B5EF4-FFF2-40B4-BE49-F238E27FC236}">
                <a16:creationId xmlns:a16="http://schemas.microsoft.com/office/drawing/2014/main" id="{A114B969-7FCA-5DC6-F328-CE0BA4D6547D}"/>
              </a:ext>
            </a:extLst>
          </p:cNvPr>
          <p:cNvSpPr/>
          <p:nvPr/>
        </p:nvSpPr>
        <p:spPr>
          <a:xfrm>
            <a:off x="8133599" y="4286928"/>
            <a:ext cx="867145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20" name="Retângulo: Cantos Arredondados 23">
            <a:extLst>
              <a:ext uri="{FF2B5EF4-FFF2-40B4-BE49-F238E27FC236}">
                <a16:creationId xmlns:a16="http://schemas.microsoft.com/office/drawing/2014/main" id="{2107695C-356D-A5A4-DE5E-C04FB0AE1201}"/>
              </a:ext>
            </a:extLst>
          </p:cNvPr>
          <p:cNvSpPr/>
          <p:nvPr/>
        </p:nvSpPr>
        <p:spPr>
          <a:xfrm>
            <a:off x="6765574" y="4286928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cxnSp>
        <p:nvCxnSpPr>
          <p:cNvPr id="221" name="Conector de seta reta 212">
            <a:extLst>
              <a:ext uri="{FF2B5EF4-FFF2-40B4-BE49-F238E27FC236}">
                <a16:creationId xmlns:a16="http://schemas.microsoft.com/office/drawing/2014/main" id="{E7A377CD-337A-0E31-1458-4C204C4070FB}"/>
              </a:ext>
            </a:extLst>
          </p:cNvPr>
          <p:cNvCxnSpPr>
            <a:cxnSpLocks/>
          </p:cNvCxnSpPr>
          <p:nvPr/>
        </p:nvCxnSpPr>
        <p:spPr>
          <a:xfrm flipV="1">
            <a:off x="7413574" y="4394461"/>
            <a:ext cx="720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90926581-CAFD-F671-9D0A-E94EA6B85FF3}"/>
              </a:ext>
            </a:extLst>
          </p:cNvPr>
          <p:cNvSpPr txBox="1"/>
          <p:nvPr/>
        </p:nvSpPr>
        <p:spPr>
          <a:xfrm>
            <a:off x="4843448" y="422178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SORT GROUP</a:t>
            </a:r>
          </a:p>
        </p:txBody>
      </p:sp>
      <p:sp>
        <p:nvSpPr>
          <p:cNvPr id="223" name="CaixaDeTexto 222">
            <a:extLst>
              <a:ext uri="{FF2B5EF4-FFF2-40B4-BE49-F238E27FC236}">
                <a16:creationId xmlns:a16="http://schemas.microsoft.com/office/drawing/2014/main" id="{8404E95A-686F-5516-91DA-7A2C6FB05BE7}"/>
              </a:ext>
            </a:extLst>
          </p:cNvPr>
          <p:cNvSpPr txBox="1"/>
          <p:nvPr/>
        </p:nvSpPr>
        <p:spPr>
          <a:xfrm>
            <a:off x="4843448" y="4531244"/>
            <a:ext cx="649114" cy="198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24" name="CaixaDeTexto 223">
            <a:extLst>
              <a:ext uri="{FF2B5EF4-FFF2-40B4-BE49-F238E27FC236}">
                <a16:creationId xmlns:a16="http://schemas.microsoft.com/office/drawing/2014/main" id="{612C276D-650D-129A-ABF8-A1C5B8A3CBE2}"/>
              </a:ext>
            </a:extLst>
          </p:cNvPr>
          <p:cNvSpPr txBox="1"/>
          <p:nvPr/>
        </p:nvSpPr>
        <p:spPr>
          <a:xfrm>
            <a:off x="7368443" y="422499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EVENTUAL</a:t>
            </a:r>
          </a:p>
        </p:txBody>
      </p:sp>
      <p:sp>
        <p:nvSpPr>
          <p:cNvPr id="121" name="Retângulo: Cantos Arredondados 23">
            <a:extLst>
              <a:ext uri="{FF2B5EF4-FFF2-40B4-BE49-F238E27FC236}">
                <a16:creationId xmlns:a16="http://schemas.microsoft.com/office/drawing/2014/main" id="{506D615B-F14C-B058-A559-19686EEED4EB}"/>
              </a:ext>
            </a:extLst>
          </p:cNvPr>
          <p:cNvSpPr/>
          <p:nvPr/>
        </p:nvSpPr>
        <p:spPr>
          <a:xfrm>
            <a:off x="4225032" y="488435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GOL</a:t>
            </a:r>
          </a:p>
        </p:txBody>
      </p:sp>
      <p:cxnSp>
        <p:nvCxnSpPr>
          <p:cNvPr id="123" name="Conector de seta reta 151">
            <a:extLst>
              <a:ext uri="{FF2B5EF4-FFF2-40B4-BE49-F238E27FC236}">
                <a16:creationId xmlns:a16="http://schemas.microsoft.com/office/drawing/2014/main" id="{3FE9AB03-1D9D-A992-9A4A-80F06A8E1683}"/>
              </a:ext>
            </a:extLst>
          </p:cNvPr>
          <p:cNvCxnSpPr/>
          <p:nvPr/>
        </p:nvCxnSpPr>
        <p:spPr>
          <a:xfrm flipV="1">
            <a:off x="4907963" y="498596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8404E95A-686F-5516-91DA-7A2C6FB05BE7}"/>
              </a:ext>
            </a:extLst>
          </p:cNvPr>
          <p:cNvSpPr txBox="1"/>
          <p:nvPr/>
        </p:nvSpPr>
        <p:spPr>
          <a:xfrm>
            <a:off x="4860765" y="4829118"/>
            <a:ext cx="649114" cy="198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0" name="Retângulo: Cantos Arredondados 23">
            <a:extLst>
              <a:ext uri="{FF2B5EF4-FFF2-40B4-BE49-F238E27FC236}">
                <a16:creationId xmlns:a16="http://schemas.microsoft.com/office/drawing/2014/main" id="{C0087F3A-2211-C124-1AF8-EEA468099E58}"/>
              </a:ext>
            </a:extLst>
          </p:cNvPr>
          <p:cNvSpPr/>
          <p:nvPr/>
        </p:nvSpPr>
        <p:spPr>
          <a:xfrm>
            <a:off x="2572393" y="48702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GOL</a:t>
            </a:r>
          </a:p>
        </p:txBody>
      </p:sp>
      <p:cxnSp>
        <p:nvCxnSpPr>
          <p:cNvPr id="151" name="Conector de seta reta 6">
            <a:extLst>
              <a:ext uri="{FF2B5EF4-FFF2-40B4-BE49-F238E27FC236}">
                <a16:creationId xmlns:a16="http://schemas.microsoft.com/office/drawing/2014/main" id="{04CDCD47-BF90-73A4-A3B4-FC726D46932D}"/>
              </a:ext>
            </a:extLst>
          </p:cNvPr>
          <p:cNvCxnSpPr>
            <a:cxnSpLocks/>
            <a:stCxn id="150" idx="1"/>
          </p:cNvCxnSpPr>
          <p:nvPr/>
        </p:nvCxnSpPr>
        <p:spPr>
          <a:xfrm flipH="1">
            <a:off x="1748185" y="4976813"/>
            <a:ext cx="82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4506D9D5-79A9-0A74-3363-A8A6F9850CD1}"/>
              </a:ext>
            </a:extLst>
          </p:cNvPr>
          <p:cNvSpPr txBox="1"/>
          <p:nvPr/>
        </p:nvSpPr>
        <p:spPr>
          <a:xfrm>
            <a:off x="6195649" y="2436210"/>
            <a:ext cx="9997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</a:t>
            </a:r>
          </a:p>
        </p:txBody>
      </p:sp>
      <p:sp>
        <p:nvSpPr>
          <p:cNvPr id="153" name="Retângulo: Cantos Arredondados 14">
            <a:extLst>
              <a:ext uri="{FF2B5EF4-FFF2-40B4-BE49-F238E27FC236}">
                <a16:creationId xmlns:a16="http://schemas.microsoft.com/office/drawing/2014/main" id="{721DDCD7-55B3-20C0-3745-C7D6EFD17FDE}"/>
              </a:ext>
            </a:extLst>
          </p:cNvPr>
          <p:cNvSpPr/>
          <p:nvPr/>
        </p:nvSpPr>
        <p:spPr>
          <a:xfrm>
            <a:off x="5559138" y="24865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cxnSp>
        <p:nvCxnSpPr>
          <p:cNvPr id="154" name="Conector de seta reta 294">
            <a:extLst>
              <a:ext uri="{FF2B5EF4-FFF2-40B4-BE49-F238E27FC236}">
                <a16:creationId xmlns:a16="http://schemas.microsoft.com/office/drawing/2014/main" id="{C330DC3C-8708-AA41-197F-DE182975F3D7}"/>
              </a:ext>
            </a:extLst>
          </p:cNvPr>
          <p:cNvCxnSpPr>
            <a:cxnSpLocks/>
            <a:stCxn id="153" idx="3"/>
          </p:cNvCxnSpPr>
          <p:nvPr/>
        </p:nvCxnSpPr>
        <p:spPr>
          <a:xfrm flipV="1">
            <a:off x="6213173" y="2593084"/>
            <a:ext cx="1418163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tângulo: Cantos Arredondados 17">
            <a:extLst>
              <a:ext uri="{FF2B5EF4-FFF2-40B4-BE49-F238E27FC236}">
                <a16:creationId xmlns:a16="http://schemas.microsoft.com/office/drawing/2014/main" id="{D876F66B-0EA6-65F7-3272-E4A9D928422D}"/>
              </a:ext>
            </a:extLst>
          </p:cNvPr>
          <p:cNvSpPr/>
          <p:nvPr/>
        </p:nvSpPr>
        <p:spPr>
          <a:xfrm>
            <a:off x="8670329" y="21432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VIA DR</a:t>
            </a:r>
          </a:p>
        </p:txBody>
      </p:sp>
      <p:cxnSp>
        <p:nvCxnSpPr>
          <p:cNvPr id="156" name="Conector de seta reta 320">
            <a:extLst>
              <a:ext uri="{FF2B5EF4-FFF2-40B4-BE49-F238E27FC236}">
                <a16:creationId xmlns:a16="http://schemas.microsoft.com/office/drawing/2014/main" id="{A89541FF-7C76-6250-FC04-E981B90B3991}"/>
              </a:ext>
            </a:extLst>
          </p:cNvPr>
          <p:cNvCxnSpPr>
            <a:stCxn id="155" idx="3"/>
          </p:cNvCxnSpPr>
          <p:nvPr/>
        </p:nvCxnSpPr>
        <p:spPr>
          <a:xfrm>
            <a:off x="9324365" y="2249799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56A525AA-7A1D-EACB-2399-B1C61A11DF09}"/>
              </a:ext>
            </a:extLst>
          </p:cNvPr>
          <p:cNvSpPr txBox="1"/>
          <p:nvPr/>
        </p:nvSpPr>
        <p:spPr>
          <a:xfrm>
            <a:off x="9313717" y="2093964"/>
            <a:ext cx="6599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</p:spTree>
    <p:extLst>
      <p:ext uri="{BB962C8B-B14F-4D97-AF65-F5344CB8AC3E}">
        <p14:creationId xmlns:p14="http://schemas.microsoft.com/office/powerpoint/2010/main" val="4040410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02EDAE-5FE9-4CB2-C7DF-93AA045A9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ADC2BD-928F-9A28-3C0A-473F5D8D9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755FB1B-E94B-C118-7E34-C1D9D11381D9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3AD1729E-F83D-678E-492C-C59910230315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IONxG3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4817F61-D661-6B14-504C-254E74572152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B134BB8-6AB0-1851-7A6B-A818360F34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C7B72FD8-4432-96AB-FAFE-BB2FAACFF183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0B50B157-81F4-7432-BE06-C56D1CF1C143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FD5266B8-5432-C069-3281-7CD963F78E8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39EDCA8-9B03-735E-F141-495C7B07AA0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B674526A-97AB-F9F7-63F0-BF2C7C1EE423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PC5/CAB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E5AFC26D-44D6-90FF-D2AA-FA2842B40DB1}"/>
                </a:ext>
              </a:extLst>
            </p:cNvPr>
            <p:cNvGrpSpPr/>
            <p:nvPr/>
          </p:nvGrpSpPr>
          <p:grpSpPr>
            <a:xfrm>
              <a:off x="4082569" y="812444"/>
              <a:ext cx="1279865" cy="143598"/>
              <a:chOff x="4082569" y="667396"/>
              <a:chExt cx="1279865" cy="143598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F16273AB-C4CB-7E06-10C0-07E41697B69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EDD85F6-36C0-4607-5FCA-AA4B9DF77CC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60EAB3F9-BBFA-2741-57C1-054F82C3D619}"/>
                  </a:ext>
                </a:extLst>
              </p:cNvPr>
              <p:cNvSpPr/>
              <p:nvPr/>
            </p:nvSpPr>
            <p:spPr>
              <a:xfrm>
                <a:off x="4183608" y="693987"/>
                <a:ext cx="1178826" cy="11700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Controles externos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8B0B5D7D-4150-ABC2-A776-014BB35D5BE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D00F0972-480E-A638-702B-88F6EEC8A9B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541F943B-3DD6-F60E-9DD2-5D8A2E50D8F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13FC2E6D-0B3A-6929-37CB-B75F521ECE68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C8C8B242-F891-027D-4D79-D233BB1F6CA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ACB761F4-A0C7-8B1D-B812-0EAF6F18A20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1551EA16-6769-5353-C6E0-8616F8EADEA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4A0ED29-5392-469C-5AFA-FA942C1A46A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3AD373EB-0BEC-AF1A-E42E-55379C1D461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C63EDD18-DC96-AF0A-F03A-916DC7AC8599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813CB09A-4218-AB0B-7519-E5657CB08583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</a:t>
            </a:r>
          </a:p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G3</a:t>
            </a:r>
          </a:p>
        </p:txBody>
      </p:sp>
      <p:sp>
        <p:nvSpPr>
          <p:cNvPr id="123" name="Retângulo: Cantos Arredondados 63">
            <a:extLst>
              <a:ext uri="{FF2B5EF4-FFF2-40B4-BE49-F238E27FC236}">
                <a16:creationId xmlns:a16="http://schemas.microsoft.com/office/drawing/2014/main" id="{66CA54DA-9C26-35FD-B2D3-CE78E40F78DF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738916F6-ECA5-8592-9FA7-65470F403A75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ESPIA</a:t>
            </a:r>
          </a:p>
        </p:txBody>
      </p: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E55A90A8-1849-D042-E3CA-F8C06E4DC807}"/>
              </a:ext>
            </a:extLst>
          </p:cNvPr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8F22D0AE-1B9F-E21B-8AA3-D0550447A82B}"/>
              </a:ext>
            </a:extLst>
          </p:cNvPr>
          <p:cNvSpPr/>
          <p:nvPr/>
        </p:nvSpPr>
        <p:spPr>
          <a:xfrm>
            <a:off x="4447954" y="43849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1E36B3ED-3D77-27A9-0442-4080B16C265A}"/>
              </a:ext>
            </a:extLst>
          </p:cNvPr>
          <p:cNvSpPr/>
          <p:nvPr/>
        </p:nvSpPr>
        <p:spPr>
          <a:xfrm>
            <a:off x="3479830" y="436727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</a:t>
            </a:r>
          </a:p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G3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703FC22A-4401-399F-B8DF-1A3DAFA3D82D}"/>
              </a:ext>
            </a:extLst>
          </p:cNvPr>
          <p:cNvCxnSpPr>
            <a:stCxn id="258" idx="3"/>
          </p:cNvCxnSpPr>
          <p:nvPr/>
        </p:nvCxnSpPr>
        <p:spPr>
          <a:xfrm>
            <a:off x="5101989" y="4491513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3F450350-A63D-BC8E-4E81-5F07D38C3A31}"/>
              </a:ext>
            </a:extLst>
          </p:cNvPr>
          <p:cNvSpPr txBox="1"/>
          <p:nvPr/>
        </p:nvSpPr>
        <p:spPr>
          <a:xfrm>
            <a:off x="5078223" y="382151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DCDC5733-4F8A-D1BD-58ED-08A3D117A633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</a:t>
            </a:r>
          </a:p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G3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D206D10C-4E4A-EC71-F932-C1C2BD45602C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PC5/  CAB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AD108AD3-B37B-2916-5818-412547F21B02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E76BFCE5-3A08-B79D-EA24-EC2C19FB5972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CC0B99B7-9EF0-21AE-79EF-4099AE968A3C}"/>
              </a:ext>
            </a:extLst>
          </p:cNvPr>
          <p:cNvCxnSpPr/>
          <p:nvPr/>
        </p:nvCxnSpPr>
        <p:spPr>
          <a:xfrm>
            <a:off x="6248400" y="164996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F5D1FEBD-E63E-0BB5-E0AD-61B384A1D5F9}"/>
              </a:ext>
            </a:extLst>
          </p:cNvPr>
          <p:cNvCxnSpPr/>
          <p:nvPr/>
        </p:nvCxnSpPr>
        <p:spPr>
          <a:xfrm>
            <a:off x="6267000" y="196222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78DB6EFF-EEE2-38D2-F4C2-15FD438D0B4E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ESPIA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7609BDB2-19C0-6640-AACC-DF07C5402421}"/>
              </a:ext>
            </a:extLst>
          </p:cNvPr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DFC3AF8F-868E-20E7-04E3-59E6127510EC}"/>
              </a:ext>
            </a:extLst>
          </p:cNvPr>
          <p:cNvSpPr txBox="1"/>
          <p:nvPr/>
        </p:nvSpPr>
        <p:spPr>
          <a:xfrm>
            <a:off x="5081048" y="1016902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F61BEF42-F011-C379-32F5-7358BC41DE99}"/>
              </a:ext>
            </a:extLst>
          </p:cNvPr>
          <p:cNvSpPr/>
          <p:nvPr/>
        </p:nvSpPr>
        <p:spPr>
          <a:xfrm>
            <a:off x="6031935" y="4362063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48" name="Retângulo: Cantos Arredondados 63">
            <a:extLst>
              <a:ext uri="{FF2B5EF4-FFF2-40B4-BE49-F238E27FC236}">
                <a16:creationId xmlns:a16="http://schemas.microsoft.com/office/drawing/2014/main" id="{E4A31CC5-E1D8-7292-341B-C9435245ACC4}"/>
              </a:ext>
            </a:extLst>
          </p:cNvPr>
          <p:cNvSpPr/>
          <p:nvPr/>
        </p:nvSpPr>
        <p:spPr>
          <a:xfrm>
            <a:off x="876089" y="4369063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</a:t>
            </a:r>
          </a:p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G3</a:t>
            </a:r>
          </a:p>
        </p:txBody>
      </p:sp>
      <p:sp>
        <p:nvSpPr>
          <p:cNvPr id="211" name="Retângulo: Cantos Arredondados 63">
            <a:extLst>
              <a:ext uri="{FF2B5EF4-FFF2-40B4-BE49-F238E27FC236}">
                <a16:creationId xmlns:a16="http://schemas.microsoft.com/office/drawing/2014/main" id="{5D5BE428-C9EA-E797-9C29-78EEDEC8C1E7}"/>
              </a:ext>
            </a:extLst>
          </p:cNvPr>
          <p:cNvSpPr/>
          <p:nvPr/>
        </p:nvSpPr>
        <p:spPr>
          <a:xfrm>
            <a:off x="8682330" y="4379657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PC5/ CAB </a:t>
            </a:r>
          </a:p>
        </p:txBody>
      </p:sp>
      <p:sp>
        <p:nvSpPr>
          <p:cNvPr id="212" name="Retângulo: Cantos Arredondados 23">
            <a:extLst>
              <a:ext uri="{FF2B5EF4-FFF2-40B4-BE49-F238E27FC236}">
                <a16:creationId xmlns:a16="http://schemas.microsoft.com/office/drawing/2014/main" id="{1911FB7F-0CBF-3740-0267-79944D1EADF1}"/>
              </a:ext>
            </a:extLst>
          </p:cNvPr>
          <p:cNvSpPr/>
          <p:nvPr/>
        </p:nvSpPr>
        <p:spPr>
          <a:xfrm>
            <a:off x="6985030" y="4387512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13" name="Conector de seta reta 212">
            <a:extLst>
              <a:ext uri="{FF2B5EF4-FFF2-40B4-BE49-F238E27FC236}">
                <a16:creationId xmlns:a16="http://schemas.microsoft.com/office/drawing/2014/main" id="{6AD94256-DB32-E87C-698A-2FE45ED3801E}"/>
              </a:ext>
            </a:extLst>
          </p:cNvPr>
          <p:cNvCxnSpPr>
            <a:stCxn id="212" idx="3"/>
          </p:cNvCxnSpPr>
          <p:nvPr/>
        </p:nvCxnSpPr>
        <p:spPr>
          <a:xfrm>
            <a:off x="7633030" y="4494088"/>
            <a:ext cx="100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tângulo: Cantos Arredondados 23">
            <a:extLst>
              <a:ext uri="{FF2B5EF4-FFF2-40B4-BE49-F238E27FC236}">
                <a16:creationId xmlns:a16="http://schemas.microsoft.com/office/drawing/2014/main" id="{82F51D37-B8AE-FEF1-C062-EDAAF4010F93}"/>
              </a:ext>
            </a:extLst>
          </p:cNvPr>
          <p:cNvSpPr/>
          <p:nvPr/>
        </p:nvSpPr>
        <p:spPr>
          <a:xfrm>
            <a:off x="5347953" y="586740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28" name="Conector de seta reta 127">
            <a:extLst>
              <a:ext uri="{FF2B5EF4-FFF2-40B4-BE49-F238E27FC236}">
                <a16:creationId xmlns:a16="http://schemas.microsoft.com/office/drawing/2014/main" id="{F18222FB-912B-43F2-E854-826174921FA7}"/>
              </a:ext>
            </a:extLst>
          </p:cNvPr>
          <p:cNvCxnSpPr/>
          <p:nvPr/>
        </p:nvCxnSpPr>
        <p:spPr>
          <a:xfrm flipH="1">
            <a:off x="4402989" y="5973976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tângulo: Cantos Arredondados 23">
            <a:extLst>
              <a:ext uri="{FF2B5EF4-FFF2-40B4-BE49-F238E27FC236}">
                <a16:creationId xmlns:a16="http://schemas.microsoft.com/office/drawing/2014/main" id="{76A6CFE8-B40E-E9B5-7B04-A1A2D51E476D}"/>
              </a:ext>
            </a:extLst>
          </p:cNvPr>
          <p:cNvSpPr/>
          <p:nvPr/>
        </p:nvSpPr>
        <p:spPr>
          <a:xfrm>
            <a:off x="5347953" y="615926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30" name="Conector de seta reta 129">
            <a:extLst>
              <a:ext uri="{FF2B5EF4-FFF2-40B4-BE49-F238E27FC236}">
                <a16:creationId xmlns:a16="http://schemas.microsoft.com/office/drawing/2014/main" id="{719EE31A-CC7A-64F6-A732-9AF73A1094FB}"/>
              </a:ext>
            </a:extLst>
          </p:cNvPr>
          <p:cNvCxnSpPr/>
          <p:nvPr/>
        </p:nvCxnSpPr>
        <p:spPr>
          <a:xfrm flipH="1">
            <a:off x="4402989" y="6265845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tângulo: Cantos Arredondados 23">
            <a:extLst>
              <a:ext uri="{FF2B5EF4-FFF2-40B4-BE49-F238E27FC236}">
                <a16:creationId xmlns:a16="http://schemas.microsoft.com/office/drawing/2014/main" id="{83015A25-8133-DE58-7F67-F7195C92E25C}"/>
              </a:ext>
            </a:extLst>
          </p:cNvPr>
          <p:cNvSpPr/>
          <p:nvPr/>
        </p:nvSpPr>
        <p:spPr>
          <a:xfrm>
            <a:off x="2757825" y="589741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34" name="Conector de seta reta 133">
            <a:extLst>
              <a:ext uri="{FF2B5EF4-FFF2-40B4-BE49-F238E27FC236}">
                <a16:creationId xmlns:a16="http://schemas.microsoft.com/office/drawing/2014/main" id="{0CE75267-796C-5ECD-D662-E1B0A93BF0CC}"/>
              </a:ext>
            </a:extLst>
          </p:cNvPr>
          <p:cNvCxnSpPr/>
          <p:nvPr/>
        </p:nvCxnSpPr>
        <p:spPr>
          <a:xfrm flipH="1">
            <a:off x="1812861" y="600398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tângulo: Cantos Arredondados 23">
            <a:extLst>
              <a:ext uri="{FF2B5EF4-FFF2-40B4-BE49-F238E27FC236}">
                <a16:creationId xmlns:a16="http://schemas.microsoft.com/office/drawing/2014/main" id="{D6B51C0E-8D2E-EE79-F836-6EE6AA43D171}"/>
              </a:ext>
            </a:extLst>
          </p:cNvPr>
          <p:cNvSpPr/>
          <p:nvPr/>
        </p:nvSpPr>
        <p:spPr>
          <a:xfrm>
            <a:off x="2757825" y="618928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36" name="Conector de seta reta 135">
            <a:extLst>
              <a:ext uri="{FF2B5EF4-FFF2-40B4-BE49-F238E27FC236}">
                <a16:creationId xmlns:a16="http://schemas.microsoft.com/office/drawing/2014/main" id="{EE60D56A-33C1-00B5-D573-B0D764C8AC2E}"/>
              </a:ext>
            </a:extLst>
          </p:cNvPr>
          <p:cNvCxnSpPr/>
          <p:nvPr/>
        </p:nvCxnSpPr>
        <p:spPr>
          <a:xfrm flipH="1">
            <a:off x="1812861" y="629585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tângulo: Cantos Arredondados 23">
            <a:extLst>
              <a:ext uri="{FF2B5EF4-FFF2-40B4-BE49-F238E27FC236}">
                <a16:creationId xmlns:a16="http://schemas.microsoft.com/office/drawing/2014/main" id="{F16DCBCB-7436-4BCB-17FD-21241D0F48D1}"/>
              </a:ext>
            </a:extLst>
          </p:cNvPr>
          <p:cNvSpPr/>
          <p:nvPr/>
        </p:nvSpPr>
        <p:spPr>
          <a:xfrm>
            <a:off x="1840010" y="438751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38" name="Conector de seta reta 137">
            <a:extLst>
              <a:ext uri="{FF2B5EF4-FFF2-40B4-BE49-F238E27FC236}">
                <a16:creationId xmlns:a16="http://schemas.microsoft.com/office/drawing/2014/main" id="{E0F5A0E4-5D4C-C34B-7FF8-E750C702A37A}"/>
              </a:ext>
            </a:extLst>
          </p:cNvPr>
          <p:cNvCxnSpPr/>
          <p:nvPr/>
        </p:nvCxnSpPr>
        <p:spPr>
          <a:xfrm flipV="1">
            <a:off x="2502159" y="448912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etângulo: Cantos Arredondados 62">
            <a:extLst>
              <a:ext uri="{FF2B5EF4-FFF2-40B4-BE49-F238E27FC236}">
                <a16:creationId xmlns:a16="http://schemas.microsoft.com/office/drawing/2014/main" id="{50FF0F93-C23E-D807-8046-8B4DC2F939F9}"/>
              </a:ext>
            </a:extLst>
          </p:cNvPr>
          <p:cNvSpPr/>
          <p:nvPr/>
        </p:nvSpPr>
        <p:spPr>
          <a:xfrm>
            <a:off x="10162667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PONCAP 5:</a:t>
            </a:r>
          </a:p>
        </p:txBody>
      </p:sp>
      <p:grpSp>
        <p:nvGrpSpPr>
          <p:cNvPr id="218" name="Agrupar 12">
            <a:extLst>
              <a:ext uri="{FF2B5EF4-FFF2-40B4-BE49-F238E27FC236}">
                <a16:creationId xmlns:a16="http://schemas.microsoft.com/office/drawing/2014/main" id="{72220B20-5BAC-67E2-41B9-2C3FF885BB08}"/>
              </a:ext>
            </a:extLst>
          </p:cNvPr>
          <p:cNvGrpSpPr/>
          <p:nvPr/>
        </p:nvGrpSpPr>
        <p:grpSpPr>
          <a:xfrm>
            <a:off x="10140194" y="4240031"/>
            <a:ext cx="1528312" cy="631838"/>
            <a:chOff x="3802360" y="667396"/>
            <a:chExt cx="1528312" cy="631838"/>
          </a:xfrm>
        </p:grpSpPr>
        <p:grpSp>
          <p:nvGrpSpPr>
            <p:cNvPr id="219" name="Agrupar 64">
              <a:extLst>
                <a:ext uri="{FF2B5EF4-FFF2-40B4-BE49-F238E27FC236}">
                  <a16:creationId xmlns:a16="http://schemas.microsoft.com/office/drawing/2014/main" id="{5572A9EE-C2BD-742A-A85D-E1CA1F8BA9E2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32" name="Retângulo: Cantos Arredondados 88">
                <a:extLst>
                  <a:ext uri="{FF2B5EF4-FFF2-40B4-BE49-F238E27FC236}">
                    <a16:creationId xmlns:a16="http://schemas.microsoft.com/office/drawing/2014/main" id="{D12140B8-8925-C4D0-051D-B3D0AF68E81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3" name="Retângulo: Cantos Arredondados 89">
                <a:extLst>
                  <a:ext uri="{FF2B5EF4-FFF2-40B4-BE49-F238E27FC236}">
                    <a16:creationId xmlns:a16="http://schemas.microsoft.com/office/drawing/2014/main" id="{B454F812-E9D2-F0DC-6DB5-EB2AE777FA1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4" name="Retângulo: Cantos Arredondados 91">
                <a:extLst>
                  <a:ext uri="{FF2B5EF4-FFF2-40B4-BE49-F238E27FC236}">
                    <a16:creationId xmlns:a16="http://schemas.microsoft.com/office/drawing/2014/main" id="{7FC21F58-907E-4944-07DA-FEA1800F9B93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20" name="Agrupar 68">
              <a:extLst>
                <a:ext uri="{FF2B5EF4-FFF2-40B4-BE49-F238E27FC236}">
                  <a16:creationId xmlns:a16="http://schemas.microsoft.com/office/drawing/2014/main" id="{73E8F622-C5DB-9216-2AC5-8F401007D5E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30" name="Retângulo: Cantos Arredondados 84">
                <a:extLst>
                  <a:ext uri="{FF2B5EF4-FFF2-40B4-BE49-F238E27FC236}">
                    <a16:creationId xmlns:a16="http://schemas.microsoft.com/office/drawing/2014/main" id="{347808C5-2122-AAEE-099D-37C40D74B10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1" name="Retângulo: Cantos Arredondados 85">
                <a:extLst>
                  <a:ext uri="{FF2B5EF4-FFF2-40B4-BE49-F238E27FC236}">
                    <a16:creationId xmlns:a16="http://schemas.microsoft.com/office/drawing/2014/main" id="{E62B67A7-5F53-830E-AE61-4C5E33B4879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1" name="Agrupar 69">
              <a:extLst>
                <a:ext uri="{FF2B5EF4-FFF2-40B4-BE49-F238E27FC236}">
                  <a16:creationId xmlns:a16="http://schemas.microsoft.com/office/drawing/2014/main" id="{51CDB302-DC92-76F7-4D90-719FDE286C4B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28" name="Retângulo: Cantos Arredondados 80">
                <a:extLst>
                  <a:ext uri="{FF2B5EF4-FFF2-40B4-BE49-F238E27FC236}">
                    <a16:creationId xmlns:a16="http://schemas.microsoft.com/office/drawing/2014/main" id="{FE0A0C42-8E7B-9D86-2E38-0362EC674BA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9" name="Retângulo: Cantos Arredondados 81">
                <a:extLst>
                  <a:ext uri="{FF2B5EF4-FFF2-40B4-BE49-F238E27FC236}">
                    <a16:creationId xmlns:a16="http://schemas.microsoft.com/office/drawing/2014/main" id="{75C38F3B-3A28-27E3-5CBD-3675B490FA7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2" name="Agrupar 70">
              <a:extLst>
                <a:ext uri="{FF2B5EF4-FFF2-40B4-BE49-F238E27FC236}">
                  <a16:creationId xmlns:a16="http://schemas.microsoft.com/office/drawing/2014/main" id="{AA7BFF24-47D3-F59C-D5D8-4A09B7679D34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26" name="Retângulo: Cantos Arredondados 76">
                <a:extLst>
                  <a:ext uri="{FF2B5EF4-FFF2-40B4-BE49-F238E27FC236}">
                    <a16:creationId xmlns:a16="http://schemas.microsoft.com/office/drawing/2014/main" id="{E379FB40-AD2B-7CE2-1F4B-2FB64345B7E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7" name="Retângulo: Cantos Arredondados 77">
                <a:extLst>
                  <a:ext uri="{FF2B5EF4-FFF2-40B4-BE49-F238E27FC236}">
                    <a16:creationId xmlns:a16="http://schemas.microsoft.com/office/drawing/2014/main" id="{314687EC-1AB8-501C-6AD5-D1F56864579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3" name="Agrupar 71">
              <a:extLst>
                <a:ext uri="{FF2B5EF4-FFF2-40B4-BE49-F238E27FC236}">
                  <a16:creationId xmlns:a16="http://schemas.microsoft.com/office/drawing/2014/main" id="{259D7BCD-0FC9-2D89-FC04-8CBF272E0BE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24" name="Retângulo: Cantos Arredondados 72">
                <a:extLst>
                  <a:ext uri="{FF2B5EF4-FFF2-40B4-BE49-F238E27FC236}">
                    <a16:creationId xmlns:a16="http://schemas.microsoft.com/office/drawing/2014/main" id="{E77D81F8-0B12-8011-9539-F372578CDE1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5" name="Retângulo: Cantos Arredondados 73">
                <a:extLst>
                  <a:ext uri="{FF2B5EF4-FFF2-40B4-BE49-F238E27FC236}">
                    <a16:creationId xmlns:a16="http://schemas.microsoft.com/office/drawing/2014/main" id="{45A9A0A9-F954-876D-6530-C7D8CAED696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35" name="Retângulo: Cantos Arredondados 62">
            <a:extLst>
              <a:ext uri="{FF2B5EF4-FFF2-40B4-BE49-F238E27FC236}">
                <a16:creationId xmlns:a16="http://schemas.microsoft.com/office/drawing/2014/main" id="{23418D9F-C3BE-9615-F80F-7FEC967D8EE0}"/>
              </a:ext>
            </a:extLst>
          </p:cNvPr>
          <p:cNvSpPr/>
          <p:nvPr/>
        </p:nvSpPr>
        <p:spPr>
          <a:xfrm>
            <a:off x="10169449" y="469137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PONCAP 1-4:</a:t>
            </a:r>
          </a:p>
        </p:txBody>
      </p:sp>
      <p:grpSp>
        <p:nvGrpSpPr>
          <p:cNvPr id="236" name="Agrupar 12">
            <a:extLst>
              <a:ext uri="{FF2B5EF4-FFF2-40B4-BE49-F238E27FC236}">
                <a16:creationId xmlns:a16="http://schemas.microsoft.com/office/drawing/2014/main" id="{9402436D-0290-2792-6E56-6DAD23A93106}"/>
              </a:ext>
            </a:extLst>
          </p:cNvPr>
          <p:cNvGrpSpPr/>
          <p:nvPr/>
        </p:nvGrpSpPr>
        <p:grpSpPr>
          <a:xfrm>
            <a:off x="10164478" y="5050814"/>
            <a:ext cx="1528312" cy="631838"/>
            <a:chOff x="3802360" y="667396"/>
            <a:chExt cx="1528312" cy="631838"/>
          </a:xfrm>
        </p:grpSpPr>
        <p:grpSp>
          <p:nvGrpSpPr>
            <p:cNvPr id="237" name="Agrupar 64">
              <a:extLst>
                <a:ext uri="{FF2B5EF4-FFF2-40B4-BE49-F238E27FC236}">
                  <a16:creationId xmlns:a16="http://schemas.microsoft.com/office/drawing/2014/main" id="{F345BAF7-EE1B-D6FE-3E6D-80504AA217FA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50" name="Retângulo: Cantos Arredondados 88">
                <a:extLst>
                  <a:ext uri="{FF2B5EF4-FFF2-40B4-BE49-F238E27FC236}">
                    <a16:creationId xmlns:a16="http://schemas.microsoft.com/office/drawing/2014/main" id="{FA60580F-D820-E943-2556-01FB2ABE64D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1" name="Retângulo: Cantos Arredondados 89">
                <a:extLst>
                  <a:ext uri="{FF2B5EF4-FFF2-40B4-BE49-F238E27FC236}">
                    <a16:creationId xmlns:a16="http://schemas.microsoft.com/office/drawing/2014/main" id="{9C9F45E2-C08B-CAC6-2FE9-E17C07EFCE9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2" name="Retângulo: Cantos Arredondados 91">
                <a:extLst>
                  <a:ext uri="{FF2B5EF4-FFF2-40B4-BE49-F238E27FC236}">
                    <a16:creationId xmlns:a16="http://schemas.microsoft.com/office/drawing/2014/main" id="{70E1B49D-16F0-8BD3-8347-6BD48A6AAEF7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38" name="Agrupar 68">
              <a:extLst>
                <a:ext uri="{FF2B5EF4-FFF2-40B4-BE49-F238E27FC236}">
                  <a16:creationId xmlns:a16="http://schemas.microsoft.com/office/drawing/2014/main" id="{9D7BD0DB-F324-D82A-16F4-A64BE75B0A3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48" name="Retângulo: Cantos Arredondados 84">
                <a:extLst>
                  <a:ext uri="{FF2B5EF4-FFF2-40B4-BE49-F238E27FC236}">
                    <a16:creationId xmlns:a16="http://schemas.microsoft.com/office/drawing/2014/main" id="{92A8355F-2B8C-2387-8BDB-E2B5CC8C31F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9" name="Retângulo: Cantos Arredondados 85">
                <a:extLst>
                  <a:ext uri="{FF2B5EF4-FFF2-40B4-BE49-F238E27FC236}">
                    <a16:creationId xmlns:a16="http://schemas.microsoft.com/office/drawing/2014/main" id="{B8A3D927-3999-B980-A8A4-9DB20733348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39" name="Agrupar 69">
              <a:extLst>
                <a:ext uri="{FF2B5EF4-FFF2-40B4-BE49-F238E27FC236}">
                  <a16:creationId xmlns:a16="http://schemas.microsoft.com/office/drawing/2014/main" id="{4E14D2F9-CD0B-F14A-4E9E-812A72C9D33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46" name="Retângulo: Cantos Arredondados 80">
                <a:extLst>
                  <a:ext uri="{FF2B5EF4-FFF2-40B4-BE49-F238E27FC236}">
                    <a16:creationId xmlns:a16="http://schemas.microsoft.com/office/drawing/2014/main" id="{9E0B9FDE-A270-06F8-D8B5-7E036F360B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7" name="Retângulo: Cantos Arredondados 81">
                <a:extLst>
                  <a:ext uri="{FF2B5EF4-FFF2-40B4-BE49-F238E27FC236}">
                    <a16:creationId xmlns:a16="http://schemas.microsoft.com/office/drawing/2014/main" id="{3EB92FEA-C8F8-D524-1240-A90074E54CC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40" name="Agrupar 70">
              <a:extLst>
                <a:ext uri="{FF2B5EF4-FFF2-40B4-BE49-F238E27FC236}">
                  <a16:creationId xmlns:a16="http://schemas.microsoft.com/office/drawing/2014/main" id="{E1AFDF95-B5CC-EA6E-8377-5FA77CA89555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44" name="Retângulo: Cantos Arredondados 76">
                <a:extLst>
                  <a:ext uri="{FF2B5EF4-FFF2-40B4-BE49-F238E27FC236}">
                    <a16:creationId xmlns:a16="http://schemas.microsoft.com/office/drawing/2014/main" id="{691ADC06-9782-F92E-08B4-B63D374C64B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5" name="Retângulo: Cantos Arredondados 77">
                <a:extLst>
                  <a:ext uri="{FF2B5EF4-FFF2-40B4-BE49-F238E27FC236}">
                    <a16:creationId xmlns:a16="http://schemas.microsoft.com/office/drawing/2014/main" id="{22827908-6A6B-2861-957F-3AD382356B3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41" name="Agrupar 71">
              <a:extLst>
                <a:ext uri="{FF2B5EF4-FFF2-40B4-BE49-F238E27FC236}">
                  <a16:creationId xmlns:a16="http://schemas.microsoft.com/office/drawing/2014/main" id="{5AC5787B-20A4-E862-8E66-E4BF5AC4724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42" name="Retângulo: Cantos Arredondados 72">
                <a:extLst>
                  <a:ext uri="{FF2B5EF4-FFF2-40B4-BE49-F238E27FC236}">
                    <a16:creationId xmlns:a16="http://schemas.microsoft.com/office/drawing/2014/main" id="{C0940199-3F64-510A-4814-35ADC08F459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3" name="Retângulo: Cantos Arredondados 73">
                <a:extLst>
                  <a:ext uri="{FF2B5EF4-FFF2-40B4-BE49-F238E27FC236}">
                    <a16:creationId xmlns:a16="http://schemas.microsoft.com/office/drawing/2014/main" id="{4948D431-144A-0105-8102-22B7F85471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63" name="CaixaDeTexto 262">
            <a:extLst>
              <a:ext uri="{FF2B5EF4-FFF2-40B4-BE49-F238E27FC236}">
                <a16:creationId xmlns:a16="http://schemas.microsoft.com/office/drawing/2014/main" id="{CF9AA0AB-1427-1752-F612-3A202246A575}"/>
              </a:ext>
            </a:extLst>
          </p:cNvPr>
          <p:cNvSpPr txBox="1"/>
          <p:nvPr/>
        </p:nvSpPr>
        <p:spPr>
          <a:xfrm>
            <a:off x="5062904" y="43223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6" name="CaixaDeTexto 265">
            <a:extLst>
              <a:ext uri="{FF2B5EF4-FFF2-40B4-BE49-F238E27FC236}">
                <a16:creationId xmlns:a16="http://schemas.microsoft.com/office/drawing/2014/main" id="{88250B35-4ECB-BD6E-BF4E-030FE9B23F1A}"/>
              </a:ext>
            </a:extLst>
          </p:cNvPr>
          <p:cNvSpPr txBox="1"/>
          <p:nvPr/>
        </p:nvSpPr>
        <p:spPr>
          <a:xfrm>
            <a:off x="4857426" y="58043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7" name="CaixaDeTexto 266">
            <a:extLst>
              <a:ext uri="{FF2B5EF4-FFF2-40B4-BE49-F238E27FC236}">
                <a16:creationId xmlns:a16="http://schemas.microsoft.com/office/drawing/2014/main" id="{251479D4-FCAC-7FD1-9789-8C215520CAEA}"/>
              </a:ext>
            </a:extLst>
          </p:cNvPr>
          <p:cNvSpPr txBox="1"/>
          <p:nvPr/>
        </p:nvSpPr>
        <p:spPr>
          <a:xfrm>
            <a:off x="4857426" y="610424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3" name="Retângulo: Cantos Arredondados 17">
            <a:extLst>
              <a:ext uri="{FF2B5EF4-FFF2-40B4-BE49-F238E27FC236}">
                <a16:creationId xmlns:a16="http://schemas.microsoft.com/office/drawing/2014/main" id="{9CD364CF-A0CD-088F-F463-F32D18EE2E06}"/>
              </a:ext>
            </a:extLst>
          </p:cNvPr>
          <p:cNvSpPr/>
          <p:nvPr/>
        </p:nvSpPr>
        <p:spPr>
          <a:xfrm>
            <a:off x="8593763" y="190633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sp>
        <p:nvSpPr>
          <p:cNvPr id="6" name="Retângulo: Cantos Arredondados 23">
            <a:extLst>
              <a:ext uri="{FF2B5EF4-FFF2-40B4-BE49-F238E27FC236}">
                <a16:creationId xmlns:a16="http://schemas.microsoft.com/office/drawing/2014/main" id="{A7EFB85F-D9D4-0835-87CE-706FFCEA2DC0}"/>
              </a:ext>
            </a:extLst>
          </p:cNvPr>
          <p:cNvSpPr/>
          <p:nvPr/>
        </p:nvSpPr>
        <p:spPr>
          <a:xfrm>
            <a:off x="8593762" y="159407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8" name="Conector de seta reta 292">
            <a:extLst>
              <a:ext uri="{FF2B5EF4-FFF2-40B4-BE49-F238E27FC236}">
                <a16:creationId xmlns:a16="http://schemas.microsoft.com/office/drawing/2014/main" id="{29629CAD-EE6A-BCDC-6F7B-283F276582BC}"/>
              </a:ext>
            </a:extLst>
          </p:cNvPr>
          <p:cNvCxnSpPr/>
          <p:nvPr/>
        </p:nvCxnSpPr>
        <p:spPr>
          <a:xfrm>
            <a:off x="9279562" y="1700648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293">
            <a:extLst>
              <a:ext uri="{FF2B5EF4-FFF2-40B4-BE49-F238E27FC236}">
                <a16:creationId xmlns:a16="http://schemas.microsoft.com/office/drawing/2014/main" id="{3C640865-315A-22FC-B8F9-A918354A8B77}"/>
              </a:ext>
            </a:extLst>
          </p:cNvPr>
          <p:cNvCxnSpPr/>
          <p:nvPr/>
        </p:nvCxnSpPr>
        <p:spPr>
          <a:xfrm>
            <a:off x="9298162" y="2012908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: Cantos Arredondados 14">
            <a:extLst>
              <a:ext uri="{FF2B5EF4-FFF2-40B4-BE49-F238E27FC236}">
                <a16:creationId xmlns:a16="http://schemas.microsoft.com/office/drawing/2014/main" id="{13AB42FD-B95B-CF49-9595-231C9C1375C4}"/>
              </a:ext>
            </a:extLst>
          </p:cNvPr>
          <p:cNvSpPr/>
          <p:nvPr/>
        </p:nvSpPr>
        <p:spPr>
          <a:xfrm>
            <a:off x="9603630" y="329569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ESPIA</a:t>
            </a:r>
          </a:p>
        </p:txBody>
      </p:sp>
      <p:cxnSp>
        <p:nvCxnSpPr>
          <p:cNvPr id="17" name="Conector de seta reta 307">
            <a:extLst>
              <a:ext uri="{FF2B5EF4-FFF2-40B4-BE49-F238E27FC236}">
                <a16:creationId xmlns:a16="http://schemas.microsoft.com/office/drawing/2014/main" id="{DCE7545A-E3F6-C5CF-C132-4136394924E8}"/>
              </a:ext>
            </a:extLst>
          </p:cNvPr>
          <p:cNvCxnSpPr/>
          <p:nvPr/>
        </p:nvCxnSpPr>
        <p:spPr>
          <a:xfrm flipH="1" flipV="1">
            <a:off x="8572004" y="3400798"/>
            <a:ext cx="1008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ângulo: Cantos Arredondados 23">
            <a:extLst>
              <a:ext uri="{FF2B5EF4-FFF2-40B4-BE49-F238E27FC236}">
                <a16:creationId xmlns:a16="http://schemas.microsoft.com/office/drawing/2014/main" id="{DE73782E-FE67-C578-A022-B0F2B41902C9}"/>
              </a:ext>
            </a:extLst>
          </p:cNvPr>
          <p:cNvSpPr/>
          <p:nvPr/>
        </p:nvSpPr>
        <p:spPr>
          <a:xfrm>
            <a:off x="7992771" y="58868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25" name="Conector de seta reta 127">
            <a:extLst>
              <a:ext uri="{FF2B5EF4-FFF2-40B4-BE49-F238E27FC236}">
                <a16:creationId xmlns:a16="http://schemas.microsoft.com/office/drawing/2014/main" id="{04C95D3D-076C-8905-8304-F5E34FA0D937}"/>
              </a:ext>
            </a:extLst>
          </p:cNvPr>
          <p:cNvCxnSpPr/>
          <p:nvPr/>
        </p:nvCxnSpPr>
        <p:spPr>
          <a:xfrm flipH="1">
            <a:off x="6985459" y="599340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3">
            <a:extLst>
              <a:ext uri="{FF2B5EF4-FFF2-40B4-BE49-F238E27FC236}">
                <a16:creationId xmlns:a16="http://schemas.microsoft.com/office/drawing/2014/main" id="{D591F0A6-6A55-A533-8FE2-EECD8E621842}"/>
              </a:ext>
            </a:extLst>
          </p:cNvPr>
          <p:cNvSpPr/>
          <p:nvPr/>
        </p:nvSpPr>
        <p:spPr>
          <a:xfrm>
            <a:off x="7992770" y="617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27" name="Conector de seta reta 129">
            <a:extLst>
              <a:ext uri="{FF2B5EF4-FFF2-40B4-BE49-F238E27FC236}">
                <a16:creationId xmlns:a16="http://schemas.microsoft.com/office/drawing/2014/main" id="{9717BBC6-69C6-D9DE-69D2-39E9D5D471C5}"/>
              </a:ext>
            </a:extLst>
          </p:cNvPr>
          <p:cNvCxnSpPr/>
          <p:nvPr/>
        </p:nvCxnSpPr>
        <p:spPr>
          <a:xfrm flipH="1">
            <a:off x="6985460" y="6285272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tângulo: Cantos Arredondados 14">
            <a:extLst>
              <a:ext uri="{FF2B5EF4-FFF2-40B4-BE49-F238E27FC236}">
                <a16:creationId xmlns:a16="http://schemas.microsoft.com/office/drawing/2014/main" id="{09203E91-FAE9-870E-50A5-EA765490D017}"/>
              </a:ext>
            </a:extLst>
          </p:cNvPr>
          <p:cNvSpPr/>
          <p:nvPr/>
        </p:nvSpPr>
        <p:spPr>
          <a:xfrm>
            <a:off x="3893129" y="297198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PC5 ION</a:t>
            </a:r>
          </a:p>
        </p:txBody>
      </p:sp>
      <p:cxnSp>
        <p:nvCxnSpPr>
          <p:cNvPr id="31" name="Conector de seta reta 181">
            <a:extLst>
              <a:ext uri="{FF2B5EF4-FFF2-40B4-BE49-F238E27FC236}">
                <a16:creationId xmlns:a16="http://schemas.microsoft.com/office/drawing/2014/main" id="{776E0377-CF36-1A5B-A0EA-BF689F2B1BEB}"/>
              </a:ext>
            </a:extLst>
          </p:cNvPr>
          <p:cNvCxnSpPr/>
          <p:nvPr/>
        </p:nvCxnSpPr>
        <p:spPr>
          <a:xfrm flipH="1" flipV="1">
            <a:off x="1759525" y="305838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14">
            <a:extLst>
              <a:ext uri="{FF2B5EF4-FFF2-40B4-BE49-F238E27FC236}">
                <a16:creationId xmlns:a16="http://schemas.microsoft.com/office/drawing/2014/main" id="{0B5A9ED0-5785-EEA7-D4B4-21CF5BBE7195}"/>
              </a:ext>
            </a:extLst>
          </p:cNvPr>
          <p:cNvSpPr/>
          <p:nvPr/>
        </p:nvSpPr>
        <p:spPr>
          <a:xfrm>
            <a:off x="6942828" y="299565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PC5 ION</a:t>
            </a:r>
          </a:p>
        </p:txBody>
      </p:sp>
      <p:cxnSp>
        <p:nvCxnSpPr>
          <p:cNvPr id="33" name="Conector de seta reta 307">
            <a:extLst>
              <a:ext uri="{FF2B5EF4-FFF2-40B4-BE49-F238E27FC236}">
                <a16:creationId xmlns:a16="http://schemas.microsoft.com/office/drawing/2014/main" id="{3897FB6E-4776-1F99-D734-26BCCE8F2856}"/>
              </a:ext>
            </a:extLst>
          </p:cNvPr>
          <p:cNvCxnSpPr/>
          <p:nvPr/>
        </p:nvCxnSpPr>
        <p:spPr>
          <a:xfrm flipH="1" flipV="1">
            <a:off x="5537126" y="310076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: Cantos Arredondados 14">
            <a:extLst>
              <a:ext uri="{FF2B5EF4-FFF2-40B4-BE49-F238E27FC236}">
                <a16:creationId xmlns:a16="http://schemas.microsoft.com/office/drawing/2014/main" id="{EF49607D-5F38-75D1-FCBF-955616CB7A18}"/>
              </a:ext>
            </a:extLst>
          </p:cNvPr>
          <p:cNvSpPr/>
          <p:nvPr/>
        </p:nvSpPr>
        <p:spPr>
          <a:xfrm>
            <a:off x="9610556" y="300127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PC5 ION</a:t>
            </a:r>
          </a:p>
        </p:txBody>
      </p:sp>
      <p:cxnSp>
        <p:nvCxnSpPr>
          <p:cNvPr id="35" name="Conector de seta reta 307">
            <a:extLst>
              <a:ext uri="{FF2B5EF4-FFF2-40B4-BE49-F238E27FC236}">
                <a16:creationId xmlns:a16="http://schemas.microsoft.com/office/drawing/2014/main" id="{D197E544-384D-6211-D2FC-F7F1BD15983B}"/>
              </a:ext>
            </a:extLst>
          </p:cNvPr>
          <p:cNvCxnSpPr/>
          <p:nvPr/>
        </p:nvCxnSpPr>
        <p:spPr>
          <a:xfrm flipH="1" flipV="1">
            <a:off x="8578930" y="3106385"/>
            <a:ext cx="1008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tângulo: Cantos Arredondados 62">
            <a:extLst>
              <a:ext uri="{FF2B5EF4-FFF2-40B4-BE49-F238E27FC236}">
                <a16:creationId xmlns:a16="http://schemas.microsoft.com/office/drawing/2014/main" id="{23418D9F-C3BE-9615-F80F-7FEC967D8EE0}"/>
              </a:ext>
            </a:extLst>
          </p:cNvPr>
          <p:cNvSpPr/>
          <p:nvPr/>
        </p:nvSpPr>
        <p:spPr>
          <a:xfrm>
            <a:off x="10180604" y="5529046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DE LOCUÇÃO:</a:t>
            </a:r>
          </a:p>
        </p:txBody>
      </p:sp>
      <p:grpSp>
        <p:nvGrpSpPr>
          <p:cNvPr id="125" name="Agrupar 12">
            <a:extLst>
              <a:ext uri="{FF2B5EF4-FFF2-40B4-BE49-F238E27FC236}">
                <a16:creationId xmlns:a16="http://schemas.microsoft.com/office/drawing/2014/main" id="{9402436D-0290-2792-6E56-6DAD23A93106}"/>
              </a:ext>
            </a:extLst>
          </p:cNvPr>
          <p:cNvGrpSpPr/>
          <p:nvPr/>
        </p:nvGrpSpPr>
        <p:grpSpPr>
          <a:xfrm>
            <a:off x="10175633" y="5888486"/>
            <a:ext cx="1528312" cy="631838"/>
            <a:chOff x="3802360" y="667396"/>
            <a:chExt cx="1528312" cy="631838"/>
          </a:xfrm>
        </p:grpSpPr>
        <p:grpSp>
          <p:nvGrpSpPr>
            <p:cNvPr id="126" name="Agrupar 64">
              <a:extLst>
                <a:ext uri="{FF2B5EF4-FFF2-40B4-BE49-F238E27FC236}">
                  <a16:creationId xmlns:a16="http://schemas.microsoft.com/office/drawing/2014/main" id="{F345BAF7-EE1B-D6FE-3E6D-80504AA217FA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50" name="Retângulo: Cantos Arredondados 88">
                <a:extLst>
                  <a:ext uri="{FF2B5EF4-FFF2-40B4-BE49-F238E27FC236}">
                    <a16:creationId xmlns:a16="http://schemas.microsoft.com/office/drawing/2014/main" id="{FA60580F-D820-E943-2556-01FB2ABE64D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etângulo: Cantos Arredondados 89">
                <a:extLst>
                  <a:ext uri="{FF2B5EF4-FFF2-40B4-BE49-F238E27FC236}">
                    <a16:creationId xmlns:a16="http://schemas.microsoft.com/office/drawing/2014/main" id="{9C9F45E2-C08B-CAC6-2FE9-E17C07EFCE9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etângulo: Cantos Arredondados 91">
                <a:extLst>
                  <a:ext uri="{FF2B5EF4-FFF2-40B4-BE49-F238E27FC236}">
                    <a16:creationId xmlns:a16="http://schemas.microsoft.com/office/drawing/2014/main" id="{70E1B49D-16F0-8BD3-8347-6BD48A6AAEF7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31" name="Agrupar 68">
              <a:extLst>
                <a:ext uri="{FF2B5EF4-FFF2-40B4-BE49-F238E27FC236}">
                  <a16:creationId xmlns:a16="http://schemas.microsoft.com/office/drawing/2014/main" id="{9D7BD0DB-F324-D82A-16F4-A64BE75B0A3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47" name="Retângulo: Cantos Arredondados 84">
                <a:extLst>
                  <a:ext uri="{FF2B5EF4-FFF2-40B4-BE49-F238E27FC236}">
                    <a16:creationId xmlns:a16="http://schemas.microsoft.com/office/drawing/2014/main" id="{92A8355F-2B8C-2387-8BDB-E2B5CC8C31F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etângulo: Cantos Arredondados 85">
                <a:extLst>
                  <a:ext uri="{FF2B5EF4-FFF2-40B4-BE49-F238E27FC236}">
                    <a16:creationId xmlns:a16="http://schemas.microsoft.com/office/drawing/2014/main" id="{B8A3D927-3999-B980-A8A4-9DB20733348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2" name="Agrupar 69">
              <a:extLst>
                <a:ext uri="{FF2B5EF4-FFF2-40B4-BE49-F238E27FC236}">
                  <a16:creationId xmlns:a16="http://schemas.microsoft.com/office/drawing/2014/main" id="{4E14D2F9-CD0B-F14A-4E9E-812A72C9D33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45" name="Retângulo: Cantos Arredondados 80">
                <a:extLst>
                  <a:ext uri="{FF2B5EF4-FFF2-40B4-BE49-F238E27FC236}">
                    <a16:creationId xmlns:a16="http://schemas.microsoft.com/office/drawing/2014/main" id="{9E0B9FDE-A270-06F8-D8B5-7E036F360B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Retângulo: Cantos Arredondados 81">
                <a:extLst>
                  <a:ext uri="{FF2B5EF4-FFF2-40B4-BE49-F238E27FC236}">
                    <a16:creationId xmlns:a16="http://schemas.microsoft.com/office/drawing/2014/main" id="{3EB92FEA-C8F8-D524-1240-A90074E54CC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9" name="Agrupar 70">
              <a:extLst>
                <a:ext uri="{FF2B5EF4-FFF2-40B4-BE49-F238E27FC236}">
                  <a16:creationId xmlns:a16="http://schemas.microsoft.com/office/drawing/2014/main" id="{E1AFDF95-B5CC-EA6E-8377-5FA77CA89555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43" name="Retângulo: Cantos Arredondados 76">
                <a:extLst>
                  <a:ext uri="{FF2B5EF4-FFF2-40B4-BE49-F238E27FC236}">
                    <a16:creationId xmlns:a16="http://schemas.microsoft.com/office/drawing/2014/main" id="{691ADC06-9782-F92E-08B4-B63D374C64B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etângulo: Cantos Arredondados 77">
                <a:extLst>
                  <a:ext uri="{FF2B5EF4-FFF2-40B4-BE49-F238E27FC236}">
                    <a16:creationId xmlns:a16="http://schemas.microsoft.com/office/drawing/2014/main" id="{22827908-6A6B-2861-957F-3AD382356B3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0" name="Agrupar 71">
              <a:extLst>
                <a:ext uri="{FF2B5EF4-FFF2-40B4-BE49-F238E27FC236}">
                  <a16:creationId xmlns:a16="http://schemas.microsoft.com/office/drawing/2014/main" id="{5AC5787B-20A4-E862-8E66-E4BF5AC4724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41" name="Retângulo: Cantos Arredondados 72">
                <a:extLst>
                  <a:ext uri="{FF2B5EF4-FFF2-40B4-BE49-F238E27FC236}">
                    <a16:creationId xmlns:a16="http://schemas.microsoft.com/office/drawing/2014/main" id="{C0940199-3F64-510A-4814-35ADC08F459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73">
                <a:extLst>
                  <a:ext uri="{FF2B5EF4-FFF2-40B4-BE49-F238E27FC236}">
                    <a16:creationId xmlns:a16="http://schemas.microsoft.com/office/drawing/2014/main" id="{4948D431-144A-0105-8102-22B7F85471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3EC10B9-DF41-D711-D98F-5B3315EBBDAF}"/>
              </a:ext>
            </a:extLst>
          </p:cNvPr>
          <p:cNvGrpSpPr/>
          <p:nvPr/>
        </p:nvGrpSpPr>
        <p:grpSpPr>
          <a:xfrm>
            <a:off x="10993643" y="-227132"/>
            <a:ext cx="1182551" cy="2088822"/>
            <a:chOff x="10993643" y="-227132"/>
            <a:chExt cx="1182551" cy="2088822"/>
          </a:xfrm>
        </p:grpSpPr>
        <p:sp>
          <p:nvSpPr>
            <p:cNvPr id="13" name="Listra Diagonal 12"/>
            <p:cNvSpPr/>
            <p:nvPr/>
          </p:nvSpPr>
          <p:spPr>
            <a:xfrm rot="5400000">
              <a:off x="10856891" y="151676"/>
              <a:ext cx="1456055" cy="1182551"/>
            </a:xfrm>
            <a:prstGeom prst="diagStrip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9" name="CaixaDeTexto 18"/>
            <p:cNvSpPr txBox="1"/>
            <p:nvPr/>
          </p:nvSpPr>
          <p:spPr>
            <a:xfrm rot="3008730">
              <a:off x="10821512" y="663390"/>
              <a:ext cx="20888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>
                  <a:solidFill>
                    <a:schemeClr val="bg1"/>
                  </a:solidFill>
                </a:rPr>
                <a:t>EM CONSTRU</a:t>
              </a:r>
              <a:r>
                <a:rPr lang="pt-BR" sz="1000">
                  <a:solidFill>
                    <a:schemeClr val="bg1"/>
                  </a:solidFill>
                </a:rPr>
                <a:t>Ç</a:t>
              </a:r>
              <a:r>
                <a:rPr lang="pt-BR" sz="1400">
                  <a:solidFill>
                    <a:schemeClr val="bg1"/>
                  </a:solidFill>
                </a:rPr>
                <a:t>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3350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5EEE-40F7-6C7D-7D2D-49F7B2CA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70D50B-543B-8484-1C7C-93C298051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6F8926C-762F-6D27-2CB1-A9B3F186BF09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BCB3E3DF-6ACC-6904-C551-9402021DFE9C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RCE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F56A8B9-2B62-8A5B-150B-423584EC3DF6}"/>
              </a:ext>
            </a:extLst>
          </p:cNvPr>
          <p:cNvSpPr/>
          <p:nvPr/>
        </p:nvSpPr>
        <p:spPr>
          <a:xfrm>
            <a:off x="0" y="6515100"/>
            <a:ext cx="9271659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0CE93CC-E196-0369-E99D-6E96ED72C2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1114896E-6D2C-FF54-2A28-30B67F77F1E2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8C3AA392-D06A-7106-27B9-63774F122D71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F544965C-6291-4E56-CB03-69B66F27C9C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867A9EF1-7353-F850-4AA6-04511F9E6D5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71D84CC-A5D0-FD2B-DDFC-E2C8B04B80DA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Estúdio: RCE</a:t>
                </a: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53C03BC1-3FA9-83E9-D2BF-D750213B9B11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C9102AD-48F5-9B3A-DBE8-6B92F472F00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01152F7B-E6F2-46FE-230E-A91117C6783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21D81CA9-5E25-55EE-DFE6-15312A01C370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47C746B6-F709-422D-466F-4D51004B6E2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E34BC05D-56DA-CD8B-5609-207103DD7FC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3522733F-3BAB-E4C7-03AA-83CCF97EBAF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B9212ED-FD87-8D22-900F-989F6C7BAEDE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521E6C5F-B86D-290D-266F-BCF0F25128C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4F5836C3-6483-EA67-497F-A45BF346943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570DAAC8-2D6F-2724-745F-B67C55011E4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1113C686-88BD-385C-7973-53B3BBCA897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523887BD-CDDE-487B-C42E-F3FAA19AB79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C665F709-CE40-4187-CEEB-9E07F5C459CB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EE0DC60-9C2B-7710-A5C1-A51CB14D9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771C450-FCB3-CB61-C7A9-93DFA5A53F03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5107723-E9E0-3C4E-692A-7D60A0D06020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  <a:endParaRPr lang="pt-BR"/>
          </a:p>
        </p:txBody>
      </p:sp>
      <p:sp>
        <p:nvSpPr>
          <p:cNvPr id="16" name="Retângulo: Cantos Arredondados 63">
            <a:extLst>
              <a:ext uri="{FF2B5EF4-FFF2-40B4-BE49-F238E27FC236}">
                <a16:creationId xmlns:a16="http://schemas.microsoft.com/office/drawing/2014/main" id="{6D48F684-193A-00D5-B714-C007B9E60672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/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RCE </a:t>
            </a:r>
          </a:p>
        </p:txBody>
      </p:sp>
      <p:cxnSp>
        <p:nvCxnSpPr>
          <p:cNvPr id="18" name="Conector de seta reta 154">
            <a:extLst>
              <a:ext uri="{FF2B5EF4-FFF2-40B4-BE49-F238E27FC236}">
                <a16:creationId xmlns:a16="http://schemas.microsoft.com/office/drawing/2014/main" id="{F906C8DA-A178-5056-0741-84D492B908A6}"/>
              </a:ext>
            </a:extLst>
          </p:cNvPr>
          <p:cNvCxnSpPr/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57">
            <a:extLst>
              <a:ext uri="{FF2B5EF4-FFF2-40B4-BE49-F238E27FC236}">
                <a16:creationId xmlns:a16="http://schemas.microsoft.com/office/drawing/2014/main" id="{E58D24E3-E0F1-A215-974C-C269511176D3}"/>
              </a:ext>
            </a:extLst>
          </p:cNvPr>
          <p:cNvCxnSpPr/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14">
            <a:extLst>
              <a:ext uri="{FF2B5EF4-FFF2-40B4-BE49-F238E27FC236}">
                <a16:creationId xmlns:a16="http://schemas.microsoft.com/office/drawing/2014/main" id="{72D529B1-74E5-9530-E969-2223E1F3AAB1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CTL COM</a:t>
            </a:r>
          </a:p>
        </p:txBody>
      </p:sp>
      <p:sp>
        <p:nvSpPr>
          <p:cNvPr id="26" name="Retângulo: Cantos Arredondados 17">
            <a:extLst>
              <a:ext uri="{FF2B5EF4-FFF2-40B4-BE49-F238E27FC236}">
                <a16:creationId xmlns:a16="http://schemas.microsoft.com/office/drawing/2014/main" id="{4B6D841A-4B1E-9341-7717-266D906D460B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sp>
        <p:nvSpPr>
          <p:cNvPr id="28" name="Retângulo: Cantos Arredondados 23">
            <a:extLst>
              <a:ext uri="{FF2B5EF4-FFF2-40B4-BE49-F238E27FC236}">
                <a16:creationId xmlns:a16="http://schemas.microsoft.com/office/drawing/2014/main" id="{C301E827-322B-9188-95C8-42411D71691D}"/>
              </a:ext>
            </a:extLst>
          </p:cNvPr>
          <p:cNvSpPr/>
          <p:nvPr/>
        </p:nvSpPr>
        <p:spPr>
          <a:xfrm>
            <a:off x="3850812" y="2606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0" name="Conector de seta reta 173">
            <a:extLst>
              <a:ext uri="{FF2B5EF4-FFF2-40B4-BE49-F238E27FC236}">
                <a16:creationId xmlns:a16="http://schemas.microsoft.com/office/drawing/2014/main" id="{C6EC165E-BD9D-CB4F-0FD9-3D77148C02E6}"/>
              </a:ext>
            </a:extLst>
          </p:cNvPr>
          <p:cNvCxnSpPr/>
          <p:nvPr/>
        </p:nvCxnSpPr>
        <p:spPr>
          <a:xfrm flipH="1">
            <a:off x="1717212" y="27126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177">
            <a:extLst>
              <a:ext uri="{FF2B5EF4-FFF2-40B4-BE49-F238E27FC236}">
                <a16:creationId xmlns:a16="http://schemas.microsoft.com/office/drawing/2014/main" id="{BD2792C4-724A-F78B-9614-4E75C21FFCA6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181">
            <a:extLst>
              <a:ext uri="{FF2B5EF4-FFF2-40B4-BE49-F238E27FC236}">
                <a16:creationId xmlns:a16="http://schemas.microsoft.com/office/drawing/2014/main" id="{305163DA-EC16-5BEA-DEA1-E557B14BFBBF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23">
            <a:extLst>
              <a:ext uri="{FF2B5EF4-FFF2-40B4-BE49-F238E27FC236}">
                <a16:creationId xmlns:a16="http://schemas.microsoft.com/office/drawing/2014/main" id="{93E2C030-3B31-26D6-D99B-21B4B9502250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38" name="Retângulo: Cantos Arredondados 63">
            <a:extLst>
              <a:ext uri="{FF2B5EF4-FFF2-40B4-BE49-F238E27FC236}">
                <a16:creationId xmlns:a16="http://schemas.microsoft.com/office/drawing/2014/main" id="{04F69697-CD07-18C2-E700-50A815D6610B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/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RCE </a:t>
            </a:r>
          </a:p>
        </p:txBody>
      </p:sp>
      <p:cxnSp>
        <p:nvCxnSpPr>
          <p:cNvPr id="40" name="Conector de seta reta 260">
            <a:extLst>
              <a:ext uri="{FF2B5EF4-FFF2-40B4-BE49-F238E27FC236}">
                <a16:creationId xmlns:a16="http://schemas.microsoft.com/office/drawing/2014/main" id="{F5DE994B-E1F7-636B-F155-E4D733A320E9}"/>
              </a:ext>
            </a:extLst>
          </p:cNvPr>
          <p:cNvCxnSpPr/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ângulo: Cantos Arredondados 14">
            <a:extLst>
              <a:ext uri="{FF2B5EF4-FFF2-40B4-BE49-F238E27FC236}">
                <a16:creationId xmlns:a16="http://schemas.microsoft.com/office/drawing/2014/main" id="{5C7E9113-DE07-6A07-867A-35CAD58EC858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44" name="Conector de seta reta 268">
            <a:extLst>
              <a:ext uri="{FF2B5EF4-FFF2-40B4-BE49-F238E27FC236}">
                <a16:creationId xmlns:a16="http://schemas.microsoft.com/office/drawing/2014/main" id="{E2982AE4-FE11-DC9C-B9A7-61A870F40578}"/>
              </a:ext>
            </a:extLst>
          </p:cNvPr>
          <p:cNvCxnSpPr/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E4E136C-B359-AD38-8199-EDC360A8453F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48" name="Retângulo: Cantos Arredondados 63">
            <a:extLst>
              <a:ext uri="{FF2B5EF4-FFF2-40B4-BE49-F238E27FC236}">
                <a16:creationId xmlns:a16="http://schemas.microsoft.com/office/drawing/2014/main" id="{A6447279-9006-BCAF-1405-FBC197C13326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50" name="Retângulo: Cantos Arredondados 63">
            <a:extLst>
              <a:ext uri="{FF2B5EF4-FFF2-40B4-BE49-F238E27FC236}">
                <a16:creationId xmlns:a16="http://schemas.microsoft.com/office/drawing/2014/main" id="{3ED082C1-5496-1542-17A0-C6615694BBFE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</a:p>
        </p:txBody>
      </p:sp>
      <p:sp>
        <p:nvSpPr>
          <p:cNvPr id="54" name="Retângulo: Cantos Arredondados 17">
            <a:extLst>
              <a:ext uri="{FF2B5EF4-FFF2-40B4-BE49-F238E27FC236}">
                <a16:creationId xmlns:a16="http://schemas.microsoft.com/office/drawing/2014/main" id="{922DE2FB-EA5C-79D5-7756-C38499C188A5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56" name="Retângulo: Cantos Arredondados 23">
            <a:extLst>
              <a:ext uri="{FF2B5EF4-FFF2-40B4-BE49-F238E27FC236}">
                <a16:creationId xmlns:a16="http://schemas.microsoft.com/office/drawing/2014/main" id="{55A47920-5820-233E-AFD7-706A204E84CA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cxnSp>
        <p:nvCxnSpPr>
          <p:cNvPr id="58" name="Conector de seta reta 292">
            <a:extLst>
              <a:ext uri="{FF2B5EF4-FFF2-40B4-BE49-F238E27FC236}">
                <a16:creationId xmlns:a16="http://schemas.microsoft.com/office/drawing/2014/main" id="{37AF5882-C11B-7CEA-046F-33BA3F971DCF}"/>
              </a:ext>
            </a:extLst>
          </p:cNvPr>
          <p:cNvCxnSpPr/>
          <p:nvPr/>
        </p:nvCxnSpPr>
        <p:spPr>
          <a:xfrm>
            <a:off x="6265275" y="161415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293">
            <a:extLst>
              <a:ext uri="{FF2B5EF4-FFF2-40B4-BE49-F238E27FC236}">
                <a16:creationId xmlns:a16="http://schemas.microsoft.com/office/drawing/2014/main" id="{C67566B2-7AB9-D5C1-F12F-37A39213D03F}"/>
              </a:ext>
            </a:extLst>
          </p:cNvPr>
          <p:cNvCxnSpPr/>
          <p:nvPr/>
        </p:nvCxnSpPr>
        <p:spPr>
          <a:xfrm>
            <a:off x="6283875" y="192641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tângulo: Cantos Arredondados 17">
            <a:extLst>
              <a:ext uri="{FF2B5EF4-FFF2-40B4-BE49-F238E27FC236}">
                <a16:creationId xmlns:a16="http://schemas.microsoft.com/office/drawing/2014/main" id="{86043DCF-E7E2-1C62-3FF9-760393A4C4F3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66" name="Retângulo: Cantos Arredondados 23">
            <a:extLst>
              <a:ext uri="{FF2B5EF4-FFF2-40B4-BE49-F238E27FC236}">
                <a16:creationId xmlns:a16="http://schemas.microsoft.com/office/drawing/2014/main" id="{CAC9EF6C-735C-0E78-9A7B-7A066AE95E67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68" name="Conector de seta reta 303">
            <a:extLst>
              <a:ext uri="{FF2B5EF4-FFF2-40B4-BE49-F238E27FC236}">
                <a16:creationId xmlns:a16="http://schemas.microsoft.com/office/drawing/2014/main" id="{D2F1F46E-7585-2D71-BFB6-8D2BEC984A75}"/>
              </a:ext>
            </a:extLst>
          </p:cNvPr>
          <p:cNvCxnSpPr/>
          <p:nvPr/>
        </p:nvCxnSpPr>
        <p:spPr>
          <a:xfrm>
            <a:off x="6283874" y="254780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304">
            <a:extLst>
              <a:ext uri="{FF2B5EF4-FFF2-40B4-BE49-F238E27FC236}">
                <a16:creationId xmlns:a16="http://schemas.microsoft.com/office/drawing/2014/main" id="{A53B36C4-6D83-5D3B-A9BB-720C9D734246}"/>
              </a:ext>
            </a:extLst>
          </p:cNvPr>
          <p:cNvCxnSpPr/>
          <p:nvPr/>
        </p:nvCxnSpPr>
        <p:spPr>
          <a:xfrm>
            <a:off x="6283875" y="286006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: Cantos Arredondados 14">
            <a:extLst>
              <a:ext uri="{FF2B5EF4-FFF2-40B4-BE49-F238E27FC236}">
                <a16:creationId xmlns:a16="http://schemas.microsoft.com/office/drawing/2014/main" id="{DEC4FCEE-AF42-A23C-B600-20202D077119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74" name="Conector de seta reta 307">
            <a:extLst>
              <a:ext uri="{FF2B5EF4-FFF2-40B4-BE49-F238E27FC236}">
                <a16:creationId xmlns:a16="http://schemas.microsoft.com/office/drawing/2014/main" id="{A119C565-DD37-91D3-A6DB-B5A0F4A5E6D1}"/>
              </a:ext>
            </a:extLst>
          </p:cNvPr>
          <p:cNvCxnSpPr/>
          <p:nvPr/>
        </p:nvCxnSpPr>
        <p:spPr>
          <a:xfrm flipH="1" flipV="1">
            <a:off x="549400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tângulo: Cantos Arredondados 17">
            <a:extLst>
              <a:ext uri="{FF2B5EF4-FFF2-40B4-BE49-F238E27FC236}">
                <a16:creationId xmlns:a16="http://schemas.microsoft.com/office/drawing/2014/main" id="{328205BE-AB45-EB5B-6D00-D17BDCF03867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78" name="Retângulo: Cantos Arredondados 23">
            <a:extLst>
              <a:ext uri="{FF2B5EF4-FFF2-40B4-BE49-F238E27FC236}">
                <a16:creationId xmlns:a16="http://schemas.microsoft.com/office/drawing/2014/main" id="{D7F93DF7-8D1A-77DD-2A53-E233213BB324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80" name="Conector de seta reta 319">
            <a:extLst>
              <a:ext uri="{FF2B5EF4-FFF2-40B4-BE49-F238E27FC236}">
                <a16:creationId xmlns:a16="http://schemas.microsoft.com/office/drawing/2014/main" id="{50076EA1-8360-E8E0-F577-20B592A252D0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320">
            <a:extLst>
              <a:ext uri="{FF2B5EF4-FFF2-40B4-BE49-F238E27FC236}">
                <a16:creationId xmlns:a16="http://schemas.microsoft.com/office/drawing/2014/main" id="{8DAAA20B-6132-31C4-07BE-530CF57E7A21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CF61B1B1-F7E0-1CCE-4BA0-5BEBC7177378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86" name="Retângulo: Cantos Arredondados 63">
            <a:extLst>
              <a:ext uri="{FF2B5EF4-FFF2-40B4-BE49-F238E27FC236}">
                <a16:creationId xmlns:a16="http://schemas.microsoft.com/office/drawing/2014/main" id="{16A2500E-11D6-4B54-CCC1-707007E6EFC7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88" name="Retângulo: Cantos Arredondados 14">
            <a:extLst>
              <a:ext uri="{FF2B5EF4-FFF2-40B4-BE49-F238E27FC236}">
                <a16:creationId xmlns:a16="http://schemas.microsoft.com/office/drawing/2014/main" id="{8B9C5B97-12B7-2EC1-B582-8158E5470E61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DTV/ CAMERA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90" name="Retângulo: Cantos Arredondados 17">
            <a:extLst>
              <a:ext uri="{FF2B5EF4-FFF2-40B4-BE49-F238E27FC236}">
                <a16:creationId xmlns:a16="http://schemas.microsoft.com/office/drawing/2014/main" id="{1147CBDE-FCAB-E5A9-C425-572DC2D200B6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92" name="Retângulo: Cantos Arredondados 23">
            <a:extLst>
              <a:ext uri="{FF2B5EF4-FFF2-40B4-BE49-F238E27FC236}">
                <a16:creationId xmlns:a16="http://schemas.microsoft.com/office/drawing/2014/main" id="{B3CD705B-43B7-63BC-249A-70337A33B121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03" name="Conector de seta reta 344">
            <a:extLst>
              <a:ext uri="{FF2B5EF4-FFF2-40B4-BE49-F238E27FC236}">
                <a16:creationId xmlns:a16="http://schemas.microsoft.com/office/drawing/2014/main" id="{BD2C46FC-0868-1EBB-9313-5584C0D9D52D}"/>
              </a:ext>
            </a:extLst>
          </p:cNvPr>
          <p:cNvCxnSpPr/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345">
            <a:extLst>
              <a:ext uri="{FF2B5EF4-FFF2-40B4-BE49-F238E27FC236}">
                <a16:creationId xmlns:a16="http://schemas.microsoft.com/office/drawing/2014/main" id="{9FE74C70-69F6-CC26-D171-E998DCC4CB0A}"/>
              </a:ext>
            </a:extLst>
          </p:cNvPr>
          <p:cNvCxnSpPr/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346">
            <a:extLst>
              <a:ext uri="{FF2B5EF4-FFF2-40B4-BE49-F238E27FC236}">
                <a16:creationId xmlns:a16="http://schemas.microsoft.com/office/drawing/2014/main" id="{32F4F846-AA36-4E7C-D8EC-566C5D5D1BF7}"/>
              </a:ext>
            </a:extLst>
          </p:cNvPr>
          <p:cNvCxnSpPr/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4">
            <a:extLst>
              <a:ext uri="{FF2B5EF4-FFF2-40B4-BE49-F238E27FC236}">
                <a16:creationId xmlns:a16="http://schemas.microsoft.com/office/drawing/2014/main" id="{A1C5DF61-A4AB-C300-8C20-A24C671CFACB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25" name="Conector de seta reta 352">
            <a:extLst>
              <a:ext uri="{FF2B5EF4-FFF2-40B4-BE49-F238E27FC236}">
                <a16:creationId xmlns:a16="http://schemas.microsoft.com/office/drawing/2014/main" id="{4B951ECF-E563-435C-B285-D889F9B048DC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Agrupar 12">
            <a:extLst>
              <a:ext uri="{FF2B5EF4-FFF2-40B4-BE49-F238E27FC236}">
                <a16:creationId xmlns:a16="http://schemas.microsoft.com/office/drawing/2014/main" id="{6EDC9181-1E97-4AA2-ACE9-A868C04F67CF}"/>
              </a:ext>
            </a:extLst>
          </p:cNvPr>
          <p:cNvGrpSpPr/>
          <p:nvPr/>
        </p:nvGrpSpPr>
        <p:grpSpPr>
          <a:xfrm>
            <a:off x="10305833" y="4143256"/>
            <a:ext cx="1528312" cy="631838"/>
            <a:chOff x="3802360" y="667396"/>
            <a:chExt cx="1528312" cy="631838"/>
          </a:xfrm>
        </p:grpSpPr>
        <p:grpSp>
          <p:nvGrpSpPr>
            <p:cNvPr id="127" name="Agrupar 64">
              <a:extLst>
                <a:ext uri="{FF2B5EF4-FFF2-40B4-BE49-F238E27FC236}">
                  <a16:creationId xmlns:a16="http://schemas.microsoft.com/office/drawing/2014/main" id="{0CB0D3B0-4D81-2048-C238-00084F830B61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0" name="Retângulo: Cantos Arredondados 88">
                <a:extLst>
                  <a:ext uri="{FF2B5EF4-FFF2-40B4-BE49-F238E27FC236}">
                    <a16:creationId xmlns:a16="http://schemas.microsoft.com/office/drawing/2014/main" id="{AD5E8D0E-D243-B411-8984-6DE37A8865B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9">
                <a:extLst>
                  <a:ext uri="{FF2B5EF4-FFF2-40B4-BE49-F238E27FC236}">
                    <a16:creationId xmlns:a16="http://schemas.microsoft.com/office/drawing/2014/main" id="{91C39363-E65E-9482-1BAC-F95406A488A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91">
                <a:extLst>
                  <a:ext uri="{FF2B5EF4-FFF2-40B4-BE49-F238E27FC236}">
                    <a16:creationId xmlns:a16="http://schemas.microsoft.com/office/drawing/2014/main" id="{048C633D-75BC-330C-CDB1-1CB5A8A8286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28" name="Agrupar 68">
              <a:extLst>
                <a:ext uri="{FF2B5EF4-FFF2-40B4-BE49-F238E27FC236}">
                  <a16:creationId xmlns:a16="http://schemas.microsoft.com/office/drawing/2014/main" id="{A04BB16B-C9B6-E7A3-F558-60BE9A6184E9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84">
                <a:extLst>
                  <a:ext uri="{FF2B5EF4-FFF2-40B4-BE49-F238E27FC236}">
                    <a16:creationId xmlns:a16="http://schemas.microsoft.com/office/drawing/2014/main" id="{3AD88D95-C4AF-A986-FA67-85B4DD6EE94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85">
                <a:extLst>
                  <a:ext uri="{FF2B5EF4-FFF2-40B4-BE49-F238E27FC236}">
                    <a16:creationId xmlns:a16="http://schemas.microsoft.com/office/drawing/2014/main" id="{D12D147D-43BF-D54B-3ED9-EF09F845FA7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Agrupar 69">
              <a:extLst>
                <a:ext uri="{FF2B5EF4-FFF2-40B4-BE49-F238E27FC236}">
                  <a16:creationId xmlns:a16="http://schemas.microsoft.com/office/drawing/2014/main" id="{E30527CE-0667-8B3D-57E2-7D4F0F80E1D2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80">
                <a:extLst>
                  <a:ext uri="{FF2B5EF4-FFF2-40B4-BE49-F238E27FC236}">
                    <a16:creationId xmlns:a16="http://schemas.microsoft.com/office/drawing/2014/main" id="{3B20A453-A07C-0F20-D38E-9BBE0F99915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81">
                <a:extLst>
                  <a:ext uri="{FF2B5EF4-FFF2-40B4-BE49-F238E27FC236}">
                    <a16:creationId xmlns:a16="http://schemas.microsoft.com/office/drawing/2014/main" id="{BB2DD137-7FA7-3F99-7C5B-BE409461681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Agrupar 70">
              <a:extLst>
                <a:ext uri="{FF2B5EF4-FFF2-40B4-BE49-F238E27FC236}">
                  <a16:creationId xmlns:a16="http://schemas.microsoft.com/office/drawing/2014/main" id="{7A90A737-9D66-4770-BD09-F6A74EA6F1D4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4" name="Retângulo: Cantos Arredondados 76">
                <a:extLst>
                  <a:ext uri="{FF2B5EF4-FFF2-40B4-BE49-F238E27FC236}">
                    <a16:creationId xmlns:a16="http://schemas.microsoft.com/office/drawing/2014/main" id="{362C4C00-6FFC-0850-E8B7-2D107D0B3C0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Retângulo: Cantos Arredondados 77">
                <a:extLst>
                  <a:ext uri="{FF2B5EF4-FFF2-40B4-BE49-F238E27FC236}">
                    <a16:creationId xmlns:a16="http://schemas.microsoft.com/office/drawing/2014/main" id="{7A227EB1-A58F-0BFE-78F4-ACADD0E36E5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1" name="Agrupar 71">
              <a:extLst>
                <a:ext uri="{FF2B5EF4-FFF2-40B4-BE49-F238E27FC236}">
                  <a16:creationId xmlns:a16="http://schemas.microsoft.com/office/drawing/2014/main" id="{5264A749-1051-BBBC-D32D-32D28F9AD6F7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2" name="Retângulo: Cantos Arredondados 72">
                <a:extLst>
                  <a:ext uri="{FF2B5EF4-FFF2-40B4-BE49-F238E27FC236}">
                    <a16:creationId xmlns:a16="http://schemas.microsoft.com/office/drawing/2014/main" id="{3CD47F26-502C-E92E-9714-696F63EF8B6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73">
                <a:extLst>
                  <a:ext uri="{FF2B5EF4-FFF2-40B4-BE49-F238E27FC236}">
                    <a16:creationId xmlns:a16="http://schemas.microsoft.com/office/drawing/2014/main" id="{8F2E8EA5-F773-5941-977A-0DBDC6AAE7A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45" name="Retângulo: Cantos Arredondados 62">
            <a:extLst>
              <a:ext uri="{FF2B5EF4-FFF2-40B4-BE49-F238E27FC236}">
                <a16:creationId xmlns:a16="http://schemas.microsoft.com/office/drawing/2014/main" id="{02DB12A7-E4E6-10D4-D8ED-AA3A9A267430}"/>
              </a:ext>
            </a:extLst>
          </p:cNvPr>
          <p:cNvSpPr/>
          <p:nvPr/>
        </p:nvSpPr>
        <p:spPr>
          <a:xfrm>
            <a:off x="10355699" y="3786375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165" name="Grupo 432">
            <a:extLst>
              <a:ext uri="{FF2B5EF4-FFF2-40B4-BE49-F238E27FC236}">
                <a16:creationId xmlns:a16="http://schemas.microsoft.com/office/drawing/2014/main" id="{B586A548-8A0A-3D3E-7FED-E7DD7497C176}"/>
              </a:ext>
            </a:extLst>
          </p:cNvPr>
          <p:cNvGrpSpPr/>
          <p:nvPr/>
        </p:nvGrpSpPr>
        <p:grpSpPr>
          <a:xfrm>
            <a:off x="10305832" y="4600700"/>
            <a:ext cx="1636231" cy="1014230"/>
            <a:chOff x="10671592" y="4802481"/>
            <a:chExt cx="1528312" cy="1014230"/>
          </a:xfrm>
        </p:grpSpPr>
        <p:grpSp>
          <p:nvGrpSpPr>
            <p:cNvPr id="147" name="Agrupar 12">
              <a:extLst>
                <a:ext uri="{FF2B5EF4-FFF2-40B4-BE49-F238E27FC236}">
                  <a16:creationId xmlns:a16="http://schemas.microsoft.com/office/drawing/2014/main" id="{A890DE1D-2E24-31A7-374B-AD1F4F1363D6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49" name="Agrupar 64">
                <a:extLst>
                  <a:ext uri="{FF2B5EF4-FFF2-40B4-BE49-F238E27FC236}">
                    <a16:creationId xmlns:a16="http://schemas.microsoft.com/office/drawing/2014/main" id="{D4E5B3A2-01F4-0997-46C4-241B0DD20FF6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162" name="Retângulo: Cantos Arredondados 88">
                  <a:extLst>
                    <a:ext uri="{FF2B5EF4-FFF2-40B4-BE49-F238E27FC236}">
                      <a16:creationId xmlns:a16="http://schemas.microsoft.com/office/drawing/2014/main" id="{F61003FF-DFE3-F469-1670-85F5A7D64075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3" name="Retângulo: Cantos Arredondados 89">
                  <a:extLst>
                    <a:ext uri="{FF2B5EF4-FFF2-40B4-BE49-F238E27FC236}">
                      <a16:creationId xmlns:a16="http://schemas.microsoft.com/office/drawing/2014/main" id="{ECED2325-C477-B0F8-CD0E-AB29ECE8E80D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4" name="Retângulo: Cantos Arredondados 91">
                  <a:extLst>
                    <a:ext uri="{FF2B5EF4-FFF2-40B4-BE49-F238E27FC236}">
                      <a16:creationId xmlns:a16="http://schemas.microsoft.com/office/drawing/2014/main" id="{E827C065-5BF2-B2CF-651E-1AFFCD069076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50" name="Agrupar 68">
                <a:extLst>
                  <a:ext uri="{FF2B5EF4-FFF2-40B4-BE49-F238E27FC236}">
                    <a16:creationId xmlns:a16="http://schemas.microsoft.com/office/drawing/2014/main" id="{45FE92B1-9F1E-076B-B649-36FF6C60A3BC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160" name="Retângulo: Cantos Arredondados 84">
                  <a:extLst>
                    <a:ext uri="{FF2B5EF4-FFF2-40B4-BE49-F238E27FC236}">
                      <a16:creationId xmlns:a16="http://schemas.microsoft.com/office/drawing/2014/main" id="{3FB5B46A-0D13-D484-5388-535C24EF9E4B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1" name="Retângulo: Cantos Arredondados 85">
                  <a:extLst>
                    <a:ext uri="{FF2B5EF4-FFF2-40B4-BE49-F238E27FC236}">
                      <a16:creationId xmlns:a16="http://schemas.microsoft.com/office/drawing/2014/main" id="{452F8945-F9A5-F1C3-D3B7-E7D18A4D91D7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1" name="Agrupar 69">
                <a:extLst>
                  <a:ext uri="{FF2B5EF4-FFF2-40B4-BE49-F238E27FC236}">
                    <a16:creationId xmlns:a16="http://schemas.microsoft.com/office/drawing/2014/main" id="{0F55CC7C-5041-7D77-1668-754874FDBFB9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158" name="Retângulo: Cantos Arredondados 80">
                  <a:extLst>
                    <a:ext uri="{FF2B5EF4-FFF2-40B4-BE49-F238E27FC236}">
                      <a16:creationId xmlns:a16="http://schemas.microsoft.com/office/drawing/2014/main" id="{412C5EB8-2FB2-FF19-A470-5B6707A3B8C0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9" name="Retângulo: Cantos Arredondados 81">
                  <a:extLst>
                    <a:ext uri="{FF2B5EF4-FFF2-40B4-BE49-F238E27FC236}">
                      <a16:creationId xmlns:a16="http://schemas.microsoft.com/office/drawing/2014/main" id="{BA377554-7FBA-0CA4-AD59-4F5F71A44D3C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2" name="Agrupar 70">
                <a:extLst>
                  <a:ext uri="{FF2B5EF4-FFF2-40B4-BE49-F238E27FC236}">
                    <a16:creationId xmlns:a16="http://schemas.microsoft.com/office/drawing/2014/main" id="{E0E011CE-F45B-ABA9-37FB-BAC29F88C99B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156" name="Retângulo: Cantos Arredondados 76">
                  <a:extLst>
                    <a:ext uri="{FF2B5EF4-FFF2-40B4-BE49-F238E27FC236}">
                      <a16:creationId xmlns:a16="http://schemas.microsoft.com/office/drawing/2014/main" id="{22700AA7-449E-2BAC-4850-08F974E9EE50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7" name="Retângulo: Cantos Arredondados 77">
                  <a:extLst>
                    <a:ext uri="{FF2B5EF4-FFF2-40B4-BE49-F238E27FC236}">
                      <a16:creationId xmlns:a16="http://schemas.microsoft.com/office/drawing/2014/main" id="{90EC08A5-D06E-3454-4DE1-536F2F17E57F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3" name="Agrupar 71">
                <a:extLst>
                  <a:ext uri="{FF2B5EF4-FFF2-40B4-BE49-F238E27FC236}">
                    <a16:creationId xmlns:a16="http://schemas.microsoft.com/office/drawing/2014/main" id="{A0029A4E-21F2-16B7-6387-305C6D84E8C5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154" name="Retângulo: Cantos Arredondados 72">
                  <a:extLst>
                    <a:ext uri="{FF2B5EF4-FFF2-40B4-BE49-F238E27FC236}">
                      <a16:creationId xmlns:a16="http://schemas.microsoft.com/office/drawing/2014/main" id="{3C78013C-056B-4AC8-AF5E-06779F37879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5" name="Retângulo: Cantos Arredondados 73">
                  <a:extLst>
                    <a:ext uri="{FF2B5EF4-FFF2-40B4-BE49-F238E27FC236}">
                      <a16:creationId xmlns:a16="http://schemas.microsoft.com/office/drawing/2014/main" id="{59ECE64B-323E-6260-AA80-944C0E756F91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48" name="Retângulo: Cantos Arredondados 62">
              <a:extLst>
                <a:ext uri="{FF2B5EF4-FFF2-40B4-BE49-F238E27FC236}">
                  <a16:creationId xmlns:a16="http://schemas.microsoft.com/office/drawing/2014/main" id="{1AB8E66D-6704-F01F-7DE4-22C7F8FB7FF7}"/>
                </a:ext>
              </a:extLst>
            </p:cNvPr>
            <p:cNvSpPr/>
            <p:nvPr/>
          </p:nvSpPr>
          <p:spPr>
            <a:xfrm>
              <a:off x="10721458" y="4802481"/>
              <a:ext cx="1370620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sp>
        <p:nvSpPr>
          <p:cNvPr id="189" name="Retângulo: Cantos Arredondados 17">
            <a:extLst>
              <a:ext uri="{FF2B5EF4-FFF2-40B4-BE49-F238E27FC236}">
                <a16:creationId xmlns:a16="http://schemas.microsoft.com/office/drawing/2014/main" id="{0CFE823F-1912-453C-26D1-57AA5665297F}"/>
              </a:ext>
            </a:extLst>
          </p:cNvPr>
          <p:cNvSpPr/>
          <p:nvPr/>
        </p:nvSpPr>
        <p:spPr>
          <a:xfrm>
            <a:off x="1779049" y="4829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 baseline="0">
                <a:solidFill>
                  <a:schemeClr val="tx1"/>
                </a:solidFill>
                <a:latin typeface="Aptos"/>
              </a:rPr>
              <a:t>DTV/ CAMERA</a:t>
            </a:r>
            <a:r>
              <a:rPr lang="pt-BR" sz="700">
                <a:solidFill>
                  <a:schemeClr val="tx1"/>
                </a:solidFill>
                <a:latin typeface="Aptos"/>
                <a:ea typeface="Aptos"/>
                <a:cs typeface="Aptos"/>
              </a:rPr>
              <a:t>​</a:t>
            </a:r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191" name="Retângulo: Cantos Arredondados 23">
            <a:extLst>
              <a:ext uri="{FF2B5EF4-FFF2-40B4-BE49-F238E27FC236}">
                <a16:creationId xmlns:a16="http://schemas.microsoft.com/office/drawing/2014/main" id="{B9547E2F-D1C7-4044-3478-D816DADDDD70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93" name="Conector de seta reta 151">
            <a:extLst>
              <a:ext uri="{FF2B5EF4-FFF2-40B4-BE49-F238E27FC236}">
                <a16:creationId xmlns:a16="http://schemas.microsoft.com/office/drawing/2014/main" id="{419B738D-8C27-5690-C4FF-D78EBF41D555}"/>
              </a:ext>
            </a:extLst>
          </p:cNvPr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de seta reta 152">
            <a:extLst>
              <a:ext uri="{FF2B5EF4-FFF2-40B4-BE49-F238E27FC236}">
                <a16:creationId xmlns:a16="http://schemas.microsoft.com/office/drawing/2014/main" id="{CDDFCE2B-BCDE-7CA9-5B44-EA72AEB0C945}"/>
              </a:ext>
            </a:extLst>
          </p:cNvPr>
          <p:cNvCxnSpPr/>
          <p:nvPr/>
        </p:nvCxnSpPr>
        <p:spPr>
          <a:xfrm flipV="1">
            <a:off x="2433085" y="492639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tângulo: Cantos Arredondados 63">
            <a:extLst>
              <a:ext uri="{FF2B5EF4-FFF2-40B4-BE49-F238E27FC236}">
                <a16:creationId xmlns:a16="http://schemas.microsoft.com/office/drawing/2014/main" id="{4C1EDA48-FF3B-FBB3-5426-1C65ACF94FF8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01" name="Retângulo: Cantos Arredondados 63">
            <a:extLst>
              <a:ext uri="{FF2B5EF4-FFF2-40B4-BE49-F238E27FC236}">
                <a16:creationId xmlns:a16="http://schemas.microsoft.com/office/drawing/2014/main" id="{5A6E5DB7-06B2-A7B7-0AAF-AF7D79FCAEB3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2DAED2-7657-DDC7-5C60-0603B6EB3161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D017B2-01B8-2CD8-7DDE-D37579D67AD4}"/>
              </a:ext>
            </a:extLst>
          </p:cNvPr>
          <p:cNvSpPr txBox="1"/>
          <p:nvPr/>
        </p:nvSpPr>
        <p:spPr>
          <a:xfrm>
            <a:off x="2444712" y="175719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TVU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55E7217-19EF-AB6C-12EA-79AFCB787C83}"/>
              </a:ext>
            </a:extLst>
          </p:cNvPr>
          <p:cNvSpPr txBox="1"/>
          <p:nvPr/>
        </p:nvSpPr>
        <p:spPr>
          <a:xfrm>
            <a:off x="2816187" y="25477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DEE56A-2030-BE8F-8329-8C0F4AB854F7}"/>
              </a:ext>
            </a:extLst>
          </p:cNvPr>
          <p:cNvSpPr txBox="1"/>
          <p:nvPr/>
        </p:nvSpPr>
        <p:spPr>
          <a:xfrm>
            <a:off x="2825712" y="28525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METROLAN/LAWO</a:t>
            </a:r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8484831-BC6C-3A26-30AE-022E31117F4B}"/>
              </a:ext>
            </a:extLst>
          </p:cNvPr>
          <p:cNvSpPr txBox="1"/>
          <p:nvPr/>
        </p:nvSpPr>
        <p:spPr>
          <a:xfrm>
            <a:off x="2825712" y="31573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METROLAN/LAWO</a:t>
            </a:r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AE7AB7-35B5-21C0-87E6-36D905A3ABDF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2934C37-F873-BB99-CEC3-E0501F305B9B}"/>
              </a:ext>
            </a:extLst>
          </p:cNvPr>
          <p:cNvSpPr txBox="1"/>
          <p:nvPr/>
        </p:nvSpPr>
        <p:spPr>
          <a:xfrm>
            <a:off x="2426498" y="44606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50C1C05-B090-7E08-82D2-ED1004FA711E}"/>
              </a:ext>
            </a:extLst>
          </p:cNvPr>
          <p:cNvSpPr txBox="1"/>
          <p:nvPr/>
        </p:nvSpPr>
        <p:spPr>
          <a:xfrm>
            <a:off x="2436023" y="47654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496CEE7-0728-F7D9-1F3F-A47E7F20929D}"/>
              </a:ext>
            </a:extLst>
          </p:cNvPr>
          <p:cNvSpPr txBox="1"/>
          <p:nvPr/>
        </p:nvSpPr>
        <p:spPr>
          <a:xfrm>
            <a:off x="2893223" y="585125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3" name="Retângulo: Cantos Arredondados 62">
            <a:extLst>
              <a:ext uri="{FF2B5EF4-FFF2-40B4-BE49-F238E27FC236}">
                <a16:creationId xmlns:a16="http://schemas.microsoft.com/office/drawing/2014/main" id="{6BCD2B8C-1683-AE1B-D1FF-3AC54B967054}"/>
              </a:ext>
            </a:extLst>
          </p:cNvPr>
          <p:cNvSpPr/>
          <p:nvPr/>
        </p:nvSpPr>
        <p:spPr>
          <a:xfrm>
            <a:off x="8810200" y="3766415"/>
            <a:ext cx="1478446" cy="1410645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17" name="Agrupar 12">
            <a:extLst>
              <a:ext uri="{FF2B5EF4-FFF2-40B4-BE49-F238E27FC236}">
                <a16:creationId xmlns:a16="http://schemas.microsoft.com/office/drawing/2014/main" id="{F5745BF4-B166-6619-2E4D-CD95917B83D8}"/>
              </a:ext>
            </a:extLst>
          </p:cNvPr>
          <p:cNvGrpSpPr/>
          <p:nvPr/>
        </p:nvGrpSpPr>
        <p:grpSpPr>
          <a:xfrm>
            <a:off x="8806863" y="4071468"/>
            <a:ext cx="1528312" cy="1129067"/>
            <a:chOff x="3821496" y="667396"/>
            <a:chExt cx="1528312" cy="1129067"/>
          </a:xfrm>
        </p:grpSpPr>
        <p:grpSp>
          <p:nvGrpSpPr>
            <p:cNvPr id="27" name="Agrupar 64">
              <a:extLst>
                <a:ext uri="{FF2B5EF4-FFF2-40B4-BE49-F238E27FC236}">
                  <a16:creationId xmlns:a16="http://schemas.microsoft.com/office/drawing/2014/main" id="{69B5B89E-E1D5-3DF3-A1D0-FBD590732D0F}"/>
                </a:ext>
              </a:extLst>
            </p:cNvPr>
            <p:cNvGrpSpPr/>
            <p:nvPr/>
          </p:nvGrpSpPr>
          <p:grpSpPr>
            <a:xfrm>
              <a:off x="3821496" y="667396"/>
              <a:ext cx="1528312" cy="1129067"/>
              <a:chOff x="3821496" y="667396"/>
              <a:chExt cx="1528312" cy="1129067"/>
            </a:xfrm>
          </p:grpSpPr>
          <p:sp>
            <p:nvSpPr>
              <p:cNvPr id="52" name="Retângulo: Cantos Arredondados 88">
                <a:extLst>
                  <a:ext uri="{FF2B5EF4-FFF2-40B4-BE49-F238E27FC236}">
                    <a16:creationId xmlns:a16="http://schemas.microsoft.com/office/drawing/2014/main" id="{1463C18D-974F-82B3-1F16-ACC59D8E3C2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tângulo: Cantos Arredondados 89">
                <a:extLst>
                  <a:ext uri="{FF2B5EF4-FFF2-40B4-BE49-F238E27FC236}">
                    <a16:creationId xmlns:a16="http://schemas.microsoft.com/office/drawing/2014/main" id="{1DAB2B91-D7D4-D816-331C-A61D56C7286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tângulo: Cantos Arredondados 91">
                <a:extLst>
                  <a:ext uri="{FF2B5EF4-FFF2-40B4-BE49-F238E27FC236}">
                    <a16:creationId xmlns:a16="http://schemas.microsoft.com/office/drawing/2014/main" id="{D7086D0F-2AC4-EDC1-3BEC-4ADF7A8C1F77}"/>
                  </a:ext>
                </a:extLst>
              </p:cNvPr>
              <p:cNvSpPr/>
              <p:nvPr/>
            </p:nvSpPr>
            <p:spPr>
              <a:xfrm>
                <a:off x="3821496" y="755205"/>
                <a:ext cx="1528312" cy="104125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1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2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LAPELA 3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1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MD 2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MD 3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MIX </a:t>
                </a:r>
                <a:r>
                  <a:rPr lang="pt-BR" sz="800" err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MICs</a:t>
                </a:r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8 - OVER</a:t>
                </a:r>
              </a:p>
              <a:p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9" name="Agrupar 68">
              <a:extLst>
                <a:ext uri="{FF2B5EF4-FFF2-40B4-BE49-F238E27FC236}">
                  <a16:creationId xmlns:a16="http://schemas.microsoft.com/office/drawing/2014/main" id="{7C4EE39B-2557-FFDC-40C8-B429D5EC835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84">
                <a:extLst>
                  <a:ext uri="{FF2B5EF4-FFF2-40B4-BE49-F238E27FC236}">
                    <a16:creationId xmlns:a16="http://schemas.microsoft.com/office/drawing/2014/main" id="{9B456896-AA4E-D5C1-3731-BBA7D3C4C57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Retângulo: Cantos Arredondados 85">
                <a:extLst>
                  <a:ext uri="{FF2B5EF4-FFF2-40B4-BE49-F238E27FC236}">
                    <a16:creationId xmlns:a16="http://schemas.microsoft.com/office/drawing/2014/main" id="{32A7B4B9-3305-074F-CAA4-DCC9013006A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" name="Agrupar 69">
              <a:extLst>
                <a:ext uri="{FF2B5EF4-FFF2-40B4-BE49-F238E27FC236}">
                  <a16:creationId xmlns:a16="http://schemas.microsoft.com/office/drawing/2014/main" id="{2BFD43B3-EA88-350D-D7DE-EF1149276CAF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5" name="Retângulo: Cantos Arredondados 80">
                <a:extLst>
                  <a:ext uri="{FF2B5EF4-FFF2-40B4-BE49-F238E27FC236}">
                    <a16:creationId xmlns:a16="http://schemas.microsoft.com/office/drawing/2014/main" id="{7BB7831D-9503-4131-839A-B2319846941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tângulo: Cantos Arredondados 81">
                <a:extLst>
                  <a:ext uri="{FF2B5EF4-FFF2-40B4-BE49-F238E27FC236}">
                    <a16:creationId xmlns:a16="http://schemas.microsoft.com/office/drawing/2014/main" id="{641135A7-3DEB-E3A0-8720-05C1666169E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" name="Agrupar 70">
              <a:extLst>
                <a:ext uri="{FF2B5EF4-FFF2-40B4-BE49-F238E27FC236}">
                  <a16:creationId xmlns:a16="http://schemas.microsoft.com/office/drawing/2014/main" id="{D5974989-7507-B5D5-F1A7-A76322FC469F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1" name="Retângulo: Cantos Arredondados 76">
                <a:extLst>
                  <a:ext uri="{FF2B5EF4-FFF2-40B4-BE49-F238E27FC236}">
                    <a16:creationId xmlns:a16="http://schemas.microsoft.com/office/drawing/2014/main" id="{28CE7614-C74D-5D37-889B-CE859799345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tângulo: Cantos Arredondados 77">
                <a:extLst>
                  <a:ext uri="{FF2B5EF4-FFF2-40B4-BE49-F238E27FC236}">
                    <a16:creationId xmlns:a16="http://schemas.microsoft.com/office/drawing/2014/main" id="{0F0C2CC8-3E5A-D05B-512D-09944DD3CE3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Agrupar 71">
              <a:extLst>
                <a:ext uri="{FF2B5EF4-FFF2-40B4-BE49-F238E27FC236}">
                  <a16:creationId xmlns:a16="http://schemas.microsoft.com/office/drawing/2014/main" id="{DFB9EEE2-0F75-9730-CB33-43DE84F8FB0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7" name="Retângulo: Cantos Arredondados 72">
                <a:extLst>
                  <a:ext uri="{FF2B5EF4-FFF2-40B4-BE49-F238E27FC236}">
                    <a16:creationId xmlns:a16="http://schemas.microsoft.com/office/drawing/2014/main" id="{6C24CCF2-5FE1-7040-7739-6D164EE9C03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tângulo: Cantos Arredondados 73">
                <a:extLst>
                  <a:ext uri="{FF2B5EF4-FFF2-40B4-BE49-F238E27FC236}">
                    <a16:creationId xmlns:a16="http://schemas.microsoft.com/office/drawing/2014/main" id="{A61D3FC2-70E8-8267-E42B-E33003CC6DB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57" name="Retângulo: Cantos Arredondados 17">
            <a:extLst>
              <a:ext uri="{FF2B5EF4-FFF2-40B4-BE49-F238E27FC236}">
                <a16:creationId xmlns:a16="http://schemas.microsoft.com/office/drawing/2014/main" id="{0C2D6795-A231-1E3C-A45D-B0D94D05C62F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59" name="Conector de seta reta 5">
            <a:extLst>
              <a:ext uri="{FF2B5EF4-FFF2-40B4-BE49-F238E27FC236}">
                <a16:creationId xmlns:a16="http://schemas.microsoft.com/office/drawing/2014/main" id="{DDEA589E-DDDB-4E22-1A61-0874CBD75B82}"/>
              </a:ext>
            </a:extLst>
          </p:cNvPr>
          <p:cNvCxnSpPr>
            <a:stCxn id="57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A5691AF-327A-133D-0728-AA29647BF79E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01281165-E0EC-FF7E-F7DE-B9AF0CF5ED9B}"/>
              </a:ext>
            </a:extLst>
          </p:cNvPr>
          <p:cNvSpPr txBox="1"/>
          <p:nvPr/>
        </p:nvSpPr>
        <p:spPr>
          <a:xfrm>
            <a:off x="5938967" y="315420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 CONTROLE</a:t>
            </a:r>
            <a:endParaRPr lang="pt-BR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9774199-EFEF-E348-DC54-5CA789FB43FF}"/>
              </a:ext>
            </a:extLst>
          </p:cNvPr>
          <p:cNvSpPr txBox="1"/>
          <p:nvPr/>
        </p:nvSpPr>
        <p:spPr>
          <a:xfrm>
            <a:off x="6248400" y="4185615"/>
            <a:ext cx="1076757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 CONTROLE</a:t>
            </a:r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D6FF1E4-E11A-BD84-9DF4-E9B4527B7BCA}"/>
              </a:ext>
            </a:extLst>
          </p:cNvPr>
          <p:cNvSpPr txBox="1"/>
          <p:nvPr/>
        </p:nvSpPr>
        <p:spPr>
          <a:xfrm>
            <a:off x="6257448" y="4501710"/>
            <a:ext cx="90836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 EVENT</a:t>
            </a:r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AF656749-7326-DBB6-F071-AD5E7BEC8479}"/>
              </a:ext>
            </a:extLst>
          </p:cNvPr>
          <p:cNvSpPr txBox="1"/>
          <p:nvPr/>
        </p:nvSpPr>
        <p:spPr>
          <a:xfrm>
            <a:off x="6248400" y="4809952"/>
            <a:ext cx="695107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0E295174-93A1-477C-7C5D-1064DCBAD8C7}"/>
              </a:ext>
            </a:extLst>
          </p:cNvPr>
          <p:cNvSpPr txBox="1"/>
          <p:nvPr/>
        </p:nvSpPr>
        <p:spPr>
          <a:xfrm>
            <a:off x="5839626" y="583503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 CONTROLE</a:t>
            </a:r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3A5229D5-7BB6-7D2B-9342-64ACD9A83D88}"/>
              </a:ext>
            </a:extLst>
          </p:cNvPr>
          <p:cNvSpPr txBox="1"/>
          <p:nvPr/>
        </p:nvSpPr>
        <p:spPr>
          <a:xfrm>
            <a:off x="6243926" y="2398169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50E506BD-7B50-AB0D-BAF9-2DDA67CF197B}"/>
              </a:ext>
            </a:extLst>
          </p:cNvPr>
          <p:cNvSpPr txBox="1"/>
          <p:nvPr/>
        </p:nvSpPr>
        <p:spPr>
          <a:xfrm>
            <a:off x="6233511" y="2696448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grpSp>
        <p:nvGrpSpPr>
          <p:cNvPr id="79" name="Agrupar 12">
            <a:extLst>
              <a:ext uri="{FF2B5EF4-FFF2-40B4-BE49-F238E27FC236}">
                <a16:creationId xmlns:a16="http://schemas.microsoft.com/office/drawing/2014/main" id="{E96333BB-3F72-FE52-A40C-5ECD3F90EDC6}"/>
              </a:ext>
            </a:extLst>
          </p:cNvPr>
          <p:cNvGrpSpPr/>
          <p:nvPr/>
        </p:nvGrpSpPr>
        <p:grpSpPr>
          <a:xfrm>
            <a:off x="10362632" y="5834689"/>
            <a:ext cx="1669765" cy="1294706"/>
            <a:chOff x="3802360" y="667396"/>
            <a:chExt cx="1528312" cy="631838"/>
          </a:xfrm>
        </p:grpSpPr>
        <p:grpSp>
          <p:nvGrpSpPr>
            <p:cNvPr id="81" name="Agrupar 64">
              <a:extLst>
                <a:ext uri="{FF2B5EF4-FFF2-40B4-BE49-F238E27FC236}">
                  <a16:creationId xmlns:a16="http://schemas.microsoft.com/office/drawing/2014/main" id="{3CDF3C3F-9DF9-A737-72D0-CDDC597478DF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26" name="Retângulo: Cantos Arredondados 88">
                <a:extLst>
                  <a:ext uri="{FF2B5EF4-FFF2-40B4-BE49-F238E27FC236}">
                    <a16:creationId xmlns:a16="http://schemas.microsoft.com/office/drawing/2014/main" id="{8D64C373-27EA-7F23-0C44-A3C09DA2BD4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etângulo: Cantos Arredondados 89">
                <a:extLst>
                  <a:ext uri="{FF2B5EF4-FFF2-40B4-BE49-F238E27FC236}">
                    <a16:creationId xmlns:a16="http://schemas.microsoft.com/office/drawing/2014/main" id="{F88B87BF-A4DF-7904-329D-AA31FB221D9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Retângulo: Cantos Arredondados 91">
                <a:extLst>
                  <a:ext uri="{FF2B5EF4-FFF2-40B4-BE49-F238E27FC236}">
                    <a16:creationId xmlns:a16="http://schemas.microsoft.com/office/drawing/2014/main" id="{3A0D9329-94BF-55ED-D5F0-73EE8D3B75D3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83" name="Agrupar 68">
              <a:extLst>
                <a:ext uri="{FF2B5EF4-FFF2-40B4-BE49-F238E27FC236}">
                  <a16:creationId xmlns:a16="http://schemas.microsoft.com/office/drawing/2014/main" id="{4C944BA1-B417-1872-2841-CC819EBEE85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22" name="Retângulo: Cantos Arredondados 84">
                <a:extLst>
                  <a:ext uri="{FF2B5EF4-FFF2-40B4-BE49-F238E27FC236}">
                    <a16:creationId xmlns:a16="http://schemas.microsoft.com/office/drawing/2014/main" id="{B543FF23-8749-C3FE-3183-83F630751E8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4" name="Retângulo: Cantos Arredondados 85">
                <a:extLst>
                  <a:ext uri="{FF2B5EF4-FFF2-40B4-BE49-F238E27FC236}">
                    <a16:creationId xmlns:a16="http://schemas.microsoft.com/office/drawing/2014/main" id="{9CB9B4E7-DBC7-CD76-185F-8AD0CA49080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5" name="Agrupar 69">
              <a:extLst>
                <a:ext uri="{FF2B5EF4-FFF2-40B4-BE49-F238E27FC236}">
                  <a16:creationId xmlns:a16="http://schemas.microsoft.com/office/drawing/2014/main" id="{66AA387D-A74E-B0E2-8FE8-2E7BF9831F2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12" name="Retângulo: Cantos Arredondados 80">
                <a:extLst>
                  <a:ext uri="{FF2B5EF4-FFF2-40B4-BE49-F238E27FC236}">
                    <a16:creationId xmlns:a16="http://schemas.microsoft.com/office/drawing/2014/main" id="{BC0D0200-1AF0-1125-9E5A-0A9BF6BBBB5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9" name="Retângulo: Cantos Arredondados 81">
                <a:extLst>
                  <a:ext uri="{FF2B5EF4-FFF2-40B4-BE49-F238E27FC236}">
                    <a16:creationId xmlns:a16="http://schemas.microsoft.com/office/drawing/2014/main" id="{0807ECC9-B093-8C86-5D77-9981BE7098E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7" name="Agrupar 70">
              <a:extLst>
                <a:ext uri="{FF2B5EF4-FFF2-40B4-BE49-F238E27FC236}">
                  <a16:creationId xmlns:a16="http://schemas.microsoft.com/office/drawing/2014/main" id="{CB22AE8C-DE81-149C-DC26-8A15A3DED2A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4" name="Retângulo: Cantos Arredondados 76">
                <a:extLst>
                  <a:ext uri="{FF2B5EF4-FFF2-40B4-BE49-F238E27FC236}">
                    <a16:creationId xmlns:a16="http://schemas.microsoft.com/office/drawing/2014/main" id="{3601B58A-2C17-3021-5146-77F37F61591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8" name="Retângulo: Cantos Arredondados 77">
                <a:extLst>
                  <a:ext uri="{FF2B5EF4-FFF2-40B4-BE49-F238E27FC236}">
                    <a16:creationId xmlns:a16="http://schemas.microsoft.com/office/drawing/2014/main" id="{A60AD672-EA45-D35B-A553-2CD7720CD60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9" name="Agrupar 71">
              <a:extLst>
                <a:ext uri="{FF2B5EF4-FFF2-40B4-BE49-F238E27FC236}">
                  <a16:creationId xmlns:a16="http://schemas.microsoft.com/office/drawing/2014/main" id="{7977C825-0A35-29C2-5D7E-D3462E0877B8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91" name="Retângulo: Cantos Arredondados 72">
                <a:extLst>
                  <a:ext uri="{FF2B5EF4-FFF2-40B4-BE49-F238E27FC236}">
                    <a16:creationId xmlns:a16="http://schemas.microsoft.com/office/drawing/2014/main" id="{1154D2DC-A230-6A1C-BB80-963CF730CE0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3" name="Retângulo: Cantos Arredondados 73">
                <a:extLst>
                  <a:ext uri="{FF2B5EF4-FFF2-40B4-BE49-F238E27FC236}">
                    <a16:creationId xmlns:a16="http://schemas.microsoft.com/office/drawing/2014/main" id="{D81A3007-C10C-F424-951E-20349663918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66" name="Retângulo: Cantos Arredondados 62">
            <a:extLst>
              <a:ext uri="{FF2B5EF4-FFF2-40B4-BE49-F238E27FC236}">
                <a16:creationId xmlns:a16="http://schemas.microsoft.com/office/drawing/2014/main" id="{058FA3FC-A5B6-9BCB-0F7B-7969F4934801}"/>
              </a:ext>
            </a:extLst>
          </p:cNvPr>
          <p:cNvSpPr/>
          <p:nvPr/>
        </p:nvSpPr>
        <p:spPr>
          <a:xfrm>
            <a:off x="10345406" y="5413972"/>
            <a:ext cx="1478445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10642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5EEE-40F7-6C7D-7D2D-49F7B2CA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70D50B-543B-8484-1C7C-93C298051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6F8926C-762F-6D27-2CB1-A9B3F186BF09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BCB3E3DF-6ACC-6904-C551-9402021DFE9C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RCE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F56A8B9-2B62-8A5B-150B-423584EC3DF6}"/>
              </a:ext>
            </a:extLst>
          </p:cNvPr>
          <p:cNvSpPr/>
          <p:nvPr/>
        </p:nvSpPr>
        <p:spPr>
          <a:xfrm>
            <a:off x="0" y="6515100"/>
            <a:ext cx="9271659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0CE93CC-E196-0369-E99D-6E96ED72C2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1114896E-6D2C-FF54-2A28-30B67F77F1E2}"/>
              </a:ext>
            </a:extLst>
          </p:cNvPr>
          <p:cNvGrpSpPr/>
          <p:nvPr/>
        </p:nvGrpSpPr>
        <p:grpSpPr>
          <a:xfrm>
            <a:off x="278771" y="912892"/>
            <a:ext cx="1624573" cy="642591"/>
            <a:chOff x="4082569" y="592384"/>
            <a:chExt cx="1624573" cy="706850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8C3AA392-D06A-7106-27B9-63774F122D71}"/>
                </a:ext>
              </a:extLst>
            </p:cNvPr>
            <p:cNvGrpSpPr/>
            <p:nvPr/>
          </p:nvGrpSpPr>
          <p:grpSpPr>
            <a:xfrm>
              <a:off x="4082569" y="592384"/>
              <a:ext cx="1624573" cy="140546"/>
              <a:chOff x="4082569" y="592384"/>
              <a:chExt cx="1624573" cy="140546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F544965C-6291-4E56-CB03-69B66F27C9C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867A9EF1-7353-F850-4AA6-04511F9E6D5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71D84CC-A5D0-FD2B-DDFC-E2C8B04B80DA}"/>
                  </a:ext>
                </a:extLst>
              </p:cNvPr>
              <p:cNvSpPr/>
              <p:nvPr/>
            </p:nvSpPr>
            <p:spPr>
              <a:xfrm>
                <a:off x="4189281" y="592384"/>
                <a:ext cx="1517861" cy="13043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Estúdio: PONTO CAPTAÇÃO</a:t>
                </a: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53C03BC1-3FA9-83E9-D2BF-D750213B9B11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C9102AD-48F5-9B3A-DBE8-6B92F472F00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01152F7B-E6F2-46FE-230E-A91117C6783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21D81CA9-5E25-55EE-DFE6-15312A01C370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47C746B6-F709-422D-466F-4D51004B6E2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E34BC05D-56DA-CD8B-5609-207103DD7FC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3522733F-3BAB-E4C7-03AA-83CCF97EBAF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B9212ED-FD87-8D22-900F-989F6C7BAEDE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521E6C5F-B86D-290D-266F-BCF0F25128C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4F5836C3-6483-EA67-497F-A45BF346943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570DAAC8-2D6F-2724-745F-B67C55011E4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1113C686-88BD-385C-7973-53B3BBCA897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523887BD-CDDE-487B-C42E-F3FAA19AB79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C665F709-CE40-4187-CEEB-9E07F5C459CB}"/>
              </a:ext>
            </a:extLst>
          </p:cNvPr>
          <p:cNvSpPr/>
          <p:nvPr/>
        </p:nvSpPr>
        <p:spPr>
          <a:xfrm>
            <a:off x="29626" y="645737"/>
            <a:ext cx="1873718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EE0DC60-9C2B-7710-A5C1-A51CB14D9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771C450-FCB3-CB61-C7A9-93DFA5A53F03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5107723-E9E0-3C4E-692A-7D60A0D06020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  <a:endParaRPr lang="pt-BR"/>
          </a:p>
        </p:txBody>
      </p:sp>
      <p:sp>
        <p:nvSpPr>
          <p:cNvPr id="16" name="Retângulo: Cantos Arredondados 63">
            <a:extLst>
              <a:ext uri="{FF2B5EF4-FFF2-40B4-BE49-F238E27FC236}">
                <a16:creationId xmlns:a16="http://schemas.microsoft.com/office/drawing/2014/main" id="{6D48F684-193A-00D5-B714-C007B9E60672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/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RCE </a:t>
            </a:r>
          </a:p>
        </p:txBody>
      </p:sp>
      <p:cxnSp>
        <p:nvCxnSpPr>
          <p:cNvPr id="18" name="Conector de seta reta 154">
            <a:extLst>
              <a:ext uri="{FF2B5EF4-FFF2-40B4-BE49-F238E27FC236}">
                <a16:creationId xmlns:a16="http://schemas.microsoft.com/office/drawing/2014/main" id="{F906C8DA-A178-5056-0741-84D492B908A6}"/>
              </a:ext>
            </a:extLst>
          </p:cNvPr>
          <p:cNvCxnSpPr/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57">
            <a:extLst>
              <a:ext uri="{FF2B5EF4-FFF2-40B4-BE49-F238E27FC236}">
                <a16:creationId xmlns:a16="http://schemas.microsoft.com/office/drawing/2014/main" id="{E58D24E3-E0F1-A215-974C-C269511176D3}"/>
              </a:ext>
            </a:extLst>
          </p:cNvPr>
          <p:cNvCxnSpPr/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14">
            <a:extLst>
              <a:ext uri="{FF2B5EF4-FFF2-40B4-BE49-F238E27FC236}">
                <a16:creationId xmlns:a16="http://schemas.microsoft.com/office/drawing/2014/main" id="{72D529B1-74E5-9530-E969-2223E1F3AAB1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CTL COM</a:t>
            </a:r>
          </a:p>
        </p:txBody>
      </p:sp>
      <p:sp>
        <p:nvSpPr>
          <p:cNvPr id="26" name="Retângulo: Cantos Arredondados 17">
            <a:extLst>
              <a:ext uri="{FF2B5EF4-FFF2-40B4-BE49-F238E27FC236}">
                <a16:creationId xmlns:a16="http://schemas.microsoft.com/office/drawing/2014/main" id="{4B6D841A-4B1E-9341-7717-266D906D460B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sp>
        <p:nvSpPr>
          <p:cNvPr id="28" name="Retângulo: Cantos Arredondados 23">
            <a:extLst>
              <a:ext uri="{FF2B5EF4-FFF2-40B4-BE49-F238E27FC236}">
                <a16:creationId xmlns:a16="http://schemas.microsoft.com/office/drawing/2014/main" id="{C301E827-322B-9188-95C8-42411D71691D}"/>
              </a:ext>
            </a:extLst>
          </p:cNvPr>
          <p:cNvSpPr/>
          <p:nvPr/>
        </p:nvSpPr>
        <p:spPr>
          <a:xfrm>
            <a:off x="3850812" y="2606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0" name="Conector de seta reta 173">
            <a:extLst>
              <a:ext uri="{FF2B5EF4-FFF2-40B4-BE49-F238E27FC236}">
                <a16:creationId xmlns:a16="http://schemas.microsoft.com/office/drawing/2014/main" id="{C6EC165E-BD9D-CB4F-0FD9-3D77148C02E6}"/>
              </a:ext>
            </a:extLst>
          </p:cNvPr>
          <p:cNvCxnSpPr/>
          <p:nvPr/>
        </p:nvCxnSpPr>
        <p:spPr>
          <a:xfrm flipH="1">
            <a:off x="1717212" y="27126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177">
            <a:extLst>
              <a:ext uri="{FF2B5EF4-FFF2-40B4-BE49-F238E27FC236}">
                <a16:creationId xmlns:a16="http://schemas.microsoft.com/office/drawing/2014/main" id="{BD2792C4-724A-F78B-9614-4E75C21FFCA6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181">
            <a:extLst>
              <a:ext uri="{FF2B5EF4-FFF2-40B4-BE49-F238E27FC236}">
                <a16:creationId xmlns:a16="http://schemas.microsoft.com/office/drawing/2014/main" id="{305163DA-EC16-5BEA-DEA1-E557B14BFBBF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23">
            <a:extLst>
              <a:ext uri="{FF2B5EF4-FFF2-40B4-BE49-F238E27FC236}">
                <a16:creationId xmlns:a16="http://schemas.microsoft.com/office/drawing/2014/main" id="{93E2C030-3B31-26D6-D99B-21B4B9502250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38" name="Retângulo: Cantos Arredondados 63">
            <a:extLst>
              <a:ext uri="{FF2B5EF4-FFF2-40B4-BE49-F238E27FC236}">
                <a16:creationId xmlns:a16="http://schemas.microsoft.com/office/drawing/2014/main" id="{04F69697-CD07-18C2-E700-50A815D6610B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/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RCE </a:t>
            </a:r>
          </a:p>
        </p:txBody>
      </p:sp>
      <p:cxnSp>
        <p:nvCxnSpPr>
          <p:cNvPr id="40" name="Conector de seta reta 260">
            <a:extLst>
              <a:ext uri="{FF2B5EF4-FFF2-40B4-BE49-F238E27FC236}">
                <a16:creationId xmlns:a16="http://schemas.microsoft.com/office/drawing/2014/main" id="{F5DE994B-E1F7-636B-F155-E4D733A320E9}"/>
              </a:ext>
            </a:extLst>
          </p:cNvPr>
          <p:cNvCxnSpPr/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ângulo: Cantos Arredondados 14">
            <a:extLst>
              <a:ext uri="{FF2B5EF4-FFF2-40B4-BE49-F238E27FC236}">
                <a16:creationId xmlns:a16="http://schemas.microsoft.com/office/drawing/2014/main" id="{5C7E9113-DE07-6A07-867A-35CAD58EC858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44" name="Conector de seta reta 268">
            <a:extLst>
              <a:ext uri="{FF2B5EF4-FFF2-40B4-BE49-F238E27FC236}">
                <a16:creationId xmlns:a16="http://schemas.microsoft.com/office/drawing/2014/main" id="{E2982AE4-FE11-DC9C-B9A7-61A870F40578}"/>
              </a:ext>
            </a:extLst>
          </p:cNvPr>
          <p:cNvCxnSpPr/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E4E136C-B359-AD38-8199-EDC360A8453F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48" name="Retângulo: Cantos Arredondados 63">
            <a:extLst>
              <a:ext uri="{FF2B5EF4-FFF2-40B4-BE49-F238E27FC236}">
                <a16:creationId xmlns:a16="http://schemas.microsoft.com/office/drawing/2014/main" id="{A6447279-9006-BCAF-1405-FBC197C13326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50" name="Retângulo: Cantos Arredondados 63">
            <a:extLst>
              <a:ext uri="{FF2B5EF4-FFF2-40B4-BE49-F238E27FC236}">
                <a16:creationId xmlns:a16="http://schemas.microsoft.com/office/drawing/2014/main" id="{3ED082C1-5496-1542-17A0-C6615694BBFE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</a:p>
        </p:txBody>
      </p:sp>
      <p:sp>
        <p:nvSpPr>
          <p:cNvPr id="54" name="Retângulo: Cantos Arredondados 17">
            <a:extLst>
              <a:ext uri="{FF2B5EF4-FFF2-40B4-BE49-F238E27FC236}">
                <a16:creationId xmlns:a16="http://schemas.microsoft.com/office/drawing/2014/main" id="{922DE2FB-EA5C-79D5-7756-C38499C188A5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56" name="Retângulo: Cantos Arredondados 23">
            <a:extLst>
              <a:ext uri="{FF2B5EF4-FFF2-40B4-BE49-F238E27FC236}">
                <a16:creationId xmlns:a16="http://schemas.microsoft.com/office/drawing/2014/main" id="{55A47920-5820-233E-AFD7-706A204E84CA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cxnSp>
        <p:nvCxnSpPr>
          <p:cNvPr id="58" name="Conector de seta reta 292">
            <a:extLst>
              <a:ext uri="{FF2B5EF4-FFF2-40B4-BE49-F238E27FC236}">
                <a16:creationId xmlns:a16="http://schemas.microsoft.com/office/drawing/2014/main" id="{37AF5882-C11B-7CEA-046F-33BA3F971DCF}"/>
              </a:ext>
            </a:extLst>
          </p:cNvPr>
          <p:cNvCxnSpPr/>
          <p:nvPr/>
        </p:nvCxnSpPr>
        <p:spPr>
          <a:xfrm>
            <a:off x="6265275" y="161415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293">
            <a:extLst>
              <a:ext uri="{FF2B5EF4-FFF2-40B4-BE49-F238E27FC236}">
                <a16:creationId xmlns:a16="http://schemas.microsoft.com/office/drawing/2014/main" id="{C67566B2-7AB9-D5C1-F12F-37A39213D03F}"/>
              </a:ext>
            </a:extLst>
          </p:cNvPr>
          <p:cNvCxnSpPr/>
          <p:nvPr/>
        </p:nvCxnSpPr>
        <p:spPr>
          <a:xfrm>
            <a:off x="6283875" y="192641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tângulo: Cantos Arredondados 17">
            <a:extLst>
              <a:ext uri="{FF2B5EF4-FFF2-40B4-BE49-F238E27FC236}">
                <a16:creationId xmlns:a16="http://schemas.microsoft.com/office/drawing/2014/main" id="{86043DCF-E7E2-1C62-3FF9-760393A4C4F3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66" name="Retângulo: Cantos Arredondados 23">
            <a:extLst>
              <a:ext uri="{FF2B5EF4-FFF2-40B4-BE49-F238E27FC236}">
                <a16:creationId xmlns:a16="http://schemas.microsoft.com/office/drawing/2014/main" id="{CAC9EF6C-735C-0E78-9A7B-7A066AE95E67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68" name="Conector de seta reta 303">
            <a:extLst>
              <a:ext uri="{FF2B5EF4-FFF2-40B4-BE49-F238E27FC236}">
                <a16:creationId xmlns:a16="http://schemas.microsoft.com/office/drawing/2014/main" id="{D2F1F46E-7585-2D71-BFB6-8D2BEC984A75}"/>
              </a:ext>
            </a:extLst>
          </p:cNvPr>
          <p:cNvCxnSpPr/>
          <p:nvPr/>
        </p:nvCxnSpPr>
        <p:spPr>
          <a:xfrm>
            <a:off x="6283874" y="254780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304">
            <a:extLst>
              <a:ext uri="{FF2B5EF4-FFF2-40B4-BE49-F238E27FC236}">
                <a16:creationId xmlns:a16="http://schemas.microsoft.com/office/drawing/2014/main" id="{A53B36C4-6D83-5D3B-A9BB-720C9D734246}"/>
              </a:ext>
            </a:extLst>
          </p:cNvPr>
          <p:cNvCxnSpPr/>
          <p:nvPr/>
        </p:nvCxnSpPr>
        <p:spPr>
          <a:xfrm>
            <a:off x="6283875" y="286006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: Cantos Arredondados 14">
            <a:extLst>
              <a:ext uri="{FF2B5EF4-FFF2-40B4-BE49-F238E27FC236}">
                <a16:creationId xmlns:a16="http://schemas.microsoft.com/office/drawing/2014/main" id="{DEC4FCEE-AF42-A23C-B600-20202D077119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74" name="Conector de seta reta 307">
            <a:extLst>
              <a:ext uri="{FF2B5EF4-FFF2-40B4-BE49-F238E27FC236}">
                <a16:creationId xmlns:a16="http://schemas.microsoft.com/office/drawing/2014/main" id="{A119C565-DD37-91D3-A6DB-B5A0F4A5E6D1}"/>
              </a:ext>
            </a:extLst>
          </p:cNvPr>
          <p:cNvCxnSpPr/>
          <p:nvPr/>
        </p:nvCxnSpPr>
        <p:spPr>
          <a:xfrm flipH="1" flipV="1">
            <a:off x="549400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tângulo: Cantos Arredondados 17">
            <a:extLst>
              <a:ext uri="{FF2B5EF4-FFF2-40B4-BE49-F238E27FC236}">
                <a16:creationId xmlns:a16="http://schemas.microsoft.com/office/drawing/2014/main" id="{328205BE-AB45-EB5B-6D00-D17BDCF03867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78" name="Retângulo: Cantos Arredondados 23">
            <a:extLst>
              <a:ext uri="{FF2B5EF4-FFF2-40B4-BE49-F238E27FC236}">
                <a16:creationId xmlns:a16="http://schemas.microsoft.com/office/drawing/2014/main" id="{D7F93DF7-8D1A-77DD-2A53-E233213BB324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80" name="Conector de seta reta 319">
            <a:extLst>
              <a:ext uri="{FF2B5EF4-FFF2-40B4-BE49-F238E27FC236}">
                <a16:creationId xmlns:a16="http://schemas.microsoft.com/office/drawing/2014/main" id="{50076EA1-8360-E8E0-F577-20B592A252D0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320">
            <a:extLst>
              <a:ext uri="{FF2B5EF4-FFF2-40B4-BE49-F238E27FC236}">
                <a16:creationId xmlns:a16="http://schemas.microsoft.com/office/drawing/2014/main" id="{8DAAA20B-6132-31C4-07BE-530CF57E7A21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CF61B1B1-F7E0-1CCE-4BA0-5BEBC7177378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86" name="Retângulo: Cantos Arredondados 63">
            <a:extLst>
              <a:ext uri="{FF2B5EF4-FFF2-40B4-BE49-F238E27FC236}">
                <a16:creationId xmlns:a16="http://schemas.microsoft.com/office/drawing/2014/main" id="{16A2500E-11D6-4B54-CCC1-707007E6EFC7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88" name="Retângulo: Cantos Arredondados 14">
            <a:extLst>
              <a:ext uri="{FF2B5EF4-FFF2-40B4-BE49-F238E27FC236}">
                <a16:creationId xmlns:a16="http://schemas.microsoft.com/office/drawing/2014/main" id="{8B9C5B97-12B7-2EC1-B582-8158E5470E61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DTV/ CAMERA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90" name="Retângulo: Cantos Arredondados 17">
            <a:extLst>
              <a:ext uri="{FF2B5EF4-FFF2-40B4-BE49-F238E27FC236}">
                <a16:creationId xmlns:a16="http://schemas.microsoft.com/office/drawing/2014/main" id="{1147CBDE-FCAB-E5A9-C425-572DC2D200B6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92" name="Retângulo: Cantos Arredondados 23">
            <a:extLst>
              <a:ext uri="{FF2B5EF4-FFF2-40B4-BE49-F238E27FC236}">
                <a16:creationId xmlns:a16="http://schemas.microsoft.com/office/drawing/2014/main" id="{B3CD705B-43B7-63BC-249A-70337A33B121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03" name="Conector de seta reta 344">
            <a:extLst>
              <a:ext uri="{FF2B5EF4-FFF2-40B4-BE49-F238E27FC236}">
                <a16:creationId xmlns:a16="http://schemas.microsoft.com/office/drawing/2014/main" id="{BD2C46FC-0868-1EBB-9313-5584C0D9D52D}"/>
              </a:ext>
            </a:extLst>
          </p:cNvPr>
          <p:cNvCxnSpPr/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345">
            <a:extLst>
              <a:ext uri="{FF2B5EF4-FFF2-40B4-BE49-F238E27FC236}">
                <a16:creationId xmlns:a16="http://schemas.microsoft.com/office/drawing/2014/main" id="{9FE74C70-69F6-CC26-D171-E998DCC4CB0A}"/>
              </a:ext>
            </a:extLst>
          </p:cNvPr>
          <p:cNvCxnSpPr/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346">
            <a:extLst>
              <a:ext uri="{FF2B5EF4-FFF2-40B4-BE49-F238E27FC236}">
                <a16:creationId xmlns:a16="http://schemas.microsoft.com/office/drawing/2014/main" id="{32F4F846-AA36-4E7C-D8EC-566C5D5D1BF7}"/>
              </a:ext>
            </a:extLst>
          </p:cNvPr>
          <p:cNvCxnSpPr/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4">
            <a:extLst>
              <a:ext uri="{FF2B5EF4-FFF2-40B4-BE49-F238E27FC236}">
                <a16:creationId xmlns:a16="http://schemas.microsoft.com/office/drawing/2014/main" id="{A1C5DF61-A4AB-C300-8C20-A24C671CFACB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25" name="Conector de seta reta 352">
            <a:extLst>
              <a:ext uri="{FF2B5EF4-FFF2-40B4-BE49-F238E27FC236}">
                <a16:creationId xmlns:a16="http://schemas.microsoft.com/office/drawing/2014/main" id="{4B951ECF-E563-435C-B285-D889F9B048DC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Agrupar 12">
            <a:extLst>
              <a:ext uri="{FF2B5EF4-FFF2-40B4-BE49-F238E27FC236}">
                <a16:creationId xmlns:a16="http://schemas.microsoft.com/office/drawing/2014/main" id="{6EDC9181-1E97-4AA2-ACE9-A868C04F67CF}"/>
              </a:ext>
            </a:extLst>
          </p:cNvPr>
          <p:cNvGrpSpPr/>
          <p:nvPr/>
        </p:nvGrpSpPr>
        <p:grpSpPr>
          <a:xfrm>
            <a:off x="10305833" y="4143256"/>
            <a:ext cx="1528312" cy="631838"/>
            <a:chOff x="3802360" y="667396"/>
            <a:chExt cx="1528312" cy="631838"/>
          </a:xfrm>
        </p:grpSpPr>
        <p:grpSp>
          <p:nvGrpSpPr>
            <p:cNvPr id="127" name="Agrupar 64">
              <a:extLst>
                <a:ext uri="{FF2B5EF4-FFF2-40B4-BE49-F238E27FC236}">
                  <a16:creationId xmlns:a16="http://schemas.microsoft.com/office/drawing/2014/main" id="{0CB0D3B0-4D81-2048-C238-00084F830B61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0" name="Retângulo: Cantos Arredondados 88">
                <a:extLst>
                  <a:ext uri="{FF2B5EF4-FFF2-40B4-BE49-F238E27FC236}">
                    <a16:creationId xmlns:a16="http://schemas.microsoft.com/office/drawing/2014/main" id="{AD5E8D0E-D243-B411-8984-6DE37A8865B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9">
                <a:extLst>
                  <a:ext uri="{FF2B5EF4-FFF2-40B4-BE49-F238E27FC236}">
                    <a16:creationId xmlns:a16="http://schemas.microsoft.com/office/drawing/2014/main" id="{91C39363-E65E-9482-1BAC-F95406A488A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91">
                <a:extLst>
                  <a:ext uri="{FF2B5EF4-FFF2-40B4-BE49-F238E27FC236}">
                    <a16:creationId xmlns:a16="http://schemas.microsoft.com/office/drawing/2014/main" id="{048C633D-75BC-330C-CDB1-1CB5A8A8286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28" name="Agrupar 68">
              <a:extLst>
                <a:ext uri="{FF2B5EF4-FFF2-40B4-BE49-F238E27FC236}">
                  <a16:creationId xmlns:a16="http://schemas.microsoft.com/office/drawing/2014/main" id="{A04BB16B-C9B6-E7A3-F558-60BE9A6184E9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84">
                <a:extLst>
                  <a:ext uri="{FF2B5EF4-FFF2-40B4-BE49-F238E27FC236}">
                    <a16:creationId xmlns:a16="http://schemas.microsoft.com/office/drawing/2014/main" id="{3AD88D95-C4AF-A986-FA67-85B4DD6EE94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85">
                <a:extLst>
                  <a:ext uri="{FF2B5EF4-FFF2-40B4-BE49-F238E27FC236}">
                    <a16:creationId xmlns:a16="http://schemas.microsoft.com/office/drawing/2014/main" id="{D12D147D-43BF-D54B-3ED9-EF09F845FA7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Agrupar 69">
              <a:extLst>
                <a:ext uri="{FF2B5EF4-FFF2-40B4-BE49-F238E27FC236}">
                  <a16:creationId xmlns:a16="http://schemas.microsoft.com/office/drawing/2014/main" id="{E30527CE-0667-8B3D-57E2-7D4F0F80E1D2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80">
                <a:extLst>
                  <a:ext uri="{FF2B5EF4-FFF2-40B4-BE49-F238E27FC236}">
                    <a16:creationId xmlns:a16="http://schemas.microsoft.com/office/drawing/2014/main" id="{3B20A453-A07C-0F20-D38E-9BBE0F99915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81">
                <a:extLst>
                  <a:ext uri="{FF2B5EF4-FFF2-40B4-BE49-F238E27FC236}">
                    <a16:creationId xmlns:a16="http://schemas.microsoft.com/office/drawing/2014/main" id="{BB2DD137-7FA7-3F99-7C5B-BE409461681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Agrupar 70">
              <a:extLst>
                <a:ext uri="{FF2B5EF4-FFF2-40B4-BE49-F238E27FC236}">
                  <a16:creationId xmlns:a16="http://schemas.microsoft.com/office/drawing/2014/main" id="{7A90A737-9D66-4770-BD09-F6A74EA6F1D4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4" name="Retângulo: Cantos Arredondados 76">
                <a:extLst>
                  <a:ext uri="{FF2B5EF4-FFF2-40B4-BE49-F238E27FC236}">
                    <a16:creationId xmlns:a16="http://schemas.microsoft.com/office/drawing/2014/main" id="{362C4C00-6FFC-0850-E8B7-2D107D0B3C0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Retângulo: Cantos Arredondados 77">
                <a:extLst>
                  <a:ext uri="{FF2B5EF4-FFF2-40B4-BE49-F238E27FC236}">
                    <a16:creationId xmlns:a16="http://schemas.microsoft.com/office/drawing/2014/main" id="{7A227EB1-A58F-0BFE-78F4-ACADD0E36E5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1" name="Agrupar 71">
              <a:extLst>
                <a:ext uri="{FF2B5EF4-FFF2-40B4-BE49-F238E27FC236}">
                  <a16:creationId xmlns:a16="http://schemas.microsoft.com/office/drawing/2014/main" id="{5264A749-1051-BBBC-D32D-32D28F9AD6F7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2" name="Retângulo: Cantos Arredondados 72">
                <a:extLst>
                  <a:ext uri="{FF2B5EF4-FFF2-40B4-BE49-F238E27FC236}">
                    <a16:creationId xmlns:a16="http://schemas.microsoft.com/office/drawing/2014/main" id="{3CD47F26-502C-E92E-9714-696F63EF8B6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73">
                <a:extLst>
                  <a:ext uri="{FF2B5EF4-FFF2-40B4-BE49-F238E27FC236}">
                    <a16:creationId xmlns:a16="http://schemas.microsoft.com/office/drawing/2014/main" id="{8F2E8EA5-F773-5941-977A-0DBDC6AAE7A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45" name="Retângulo: Cantos Arredondados 62">
            <a:extLst>
              <a:ext uri="{FF2B5EF4-FFF2-40B4-BE49-F238E27FC236}">
                <a16:creationId xmlns:a16="http://schemas.microsoft.com/office/drawing/2014/main" id="{02DB12A7-E4E6-10D4-D8ED-AA3A9A267430}"/>
              </a:ext>
            </a:extLst>
          </p:cNvPr>
          <p:cNvSpPr/>
          <p:nvPr/>
        </p:nvSpPr>
        <p:spPr>
          <a:xfrm>
            <a:off x="10355699" y="3786375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165" name="Grupo 432">
            <a:extLst>
              <a:ext uri="{FF2B5EF4-FFF2-40B4-BE49-F238E27FC236}">
                <a16:creationId xmlns:a16="http://schemas.microsoft.com/office/drawing/2014/main" id="{B586A548-8A0A-3D3E-7FED-E7DD7497C176}"/>
              </a:ext>
            </a:extLst>
          </p:cNvPr>
          <p:cNvGrpSpPr/>
          <p:nvPr/>
        </p:nvGrpSpPr>
        <p:grpSpPr>
          <a:xfrm>
            <a:off x="10305832" y="4600700"/>
            <a:ext cx="1636231" cy="1014230"/>
            <a:chOff x="10671592" y="4802481"/>
            <a:chExt cx="1528312" cy="1014230"/>
          </a:xfrm>
        </p:grpSpPr>
        <p:grpSp>
          <p:nvGrpSpPr>
            <p:cNvPr id="147" name="Agrupar 12">
              <a:extLst>
                <a:ext uri="{FF2B5EF4-FFF2-40B4-BE49-F238E27FC236}">
                  <a16:creationId xmlns:a16="http://schemas.microsoft.com/office/drawing/2014/main" id="{A890DE1D-2E24-31A7-374B-AD1F4F1363D6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49" name="Agrupar 64">
                <a:extLst>
                  <a:ext uri="{FF2B5EF4-FFF2-40B4-BE49-F238E27FC236}">
                    <a16:creationId xmlns:a16="http://schemas.microsoft.com/office/drawing/2014/main" id="{D4E5B3A2-01F4-0997-46C4-241B0DD20FF6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162" name="Retângulo: Cantos Arredondados 88">
                  <a:extLst>
                    <a:ext uri="{FF2B5EF4-FFF2-40B4-BE49-F238E27FC236}">
                      <a16:creationId xmlns:a16="http://schemas.microsoft.com/office/drawing/2014/main" id="{F61003FF-DFE3-F469-1670-85F5A7D64075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3" name="Retângulo: Cantos Arredondados 89">
                  <a:extLst>
                    <a:ext uri="{FF2B5EF4-FFF2-40B4-BE49-F238E27FC236}">
                      <a16:creationId xmlns:a16="http://schemas.microsoft.com/office/drawing/2014/main" id="{ECED2325-C477-B0F8-CD0E-AB29ECE8E80D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4" name="Retângulo: Cantos Arredondados 91">
                  <a:extLst>
                    <a:ext uri="{FF2B5EF4-FFF2-40B4-BE49-F238E27FC236}">
                      <a16:creationId xmlns:a16="http://schemas.microsoft.com/office/drawing/2014/main" id="{E827C065-5BF2-B2CF-651E-1AFFCD069076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50" name="Agrupar 68">
                <a:extLst>
                  <a:ext uri="{FF2B5EF4-FFF2-40B4-BE49-F238E27FC236}">
                    <a16:creationId xmlns:a16="http://schemas.microsoft.com/office/drawing/2014/main" id="{45FE92B1-9F1E-076B-B649-36FF6C60A3BC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160" name="Retângulo: Cantos Arredondados 84">
                  <a:extLst>
                    <a:ext uri="{FF2B5EF4-FFF2-40B4-BE49-F238E27FC236}">
                      <a16:creationId xmlns:a16="http://schemas.microsoft.com/office/drawing/2014/main" id="{3FB5B46A-0D13-D484-5388-535C24EF9E4B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1" name="Retângulo: Cantos Arredondados 85">
                  <a:extLst>
                    <a:ext uri="{FF2B5EF4-FFF2-40B4-BE49-F238E27FC236}">
                      <a16:creationId xmlns:a16="http://schemas.microsoft.com/office/drawing/2014/main" id="{452F8945-F9A5-F1C3-D3B7-E7D18A4D91D7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1" name="Agrupar 69">
                <a:extLst>
                  <a:ext uri="{FF2B5EF4-FFF2-40B4-BE49-F238E27FC236}">
                    <a16:creationId xmlns:a16="http://schemas.microsoft.com/office/drawing/2014/main" id="{0F55CC7C-5041-7D77-1668-754874FDBFB9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158" name="Retângulo: Cantos Arredondados 80">
                  <a:extLst>
                    <a:ext uri="{FF2B5EF4-FFF2-40B4-BE49-F238E27FC236}">
                      <a16:creationId xmlns:a16="http://schemas.microsoft.com/office/drawing/2014/main" id="{412C5EB8-2FB2-FF19-A470-5B6707A3B8C0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9" name="Retângulo: Cantos Arredondados 81">
                  <a:extLst>
                    <a:ext uri="{FF2B5EF4-FFF2-40B4-BE49-F238E27FC236}">
                      <a16:creationId xmlns:a16="http://schemas.microsoft.com/office/drawing/2014/main" id="{BA377554-7FBA-0CA4-AD59-4F5F71A44D3C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2" name="Agrupar 70">
                <a:extLst>
                  <a:ext uri="{FF2B5EF4-FFF2-40B4-BE49-F238E27FC236}">
                    <a16:creationId xmlns:a16="http://schemas.microsoft.com/office/drawing/2014/main" id="{E0E011CE-F45B-ABA9-37FB-BAC29F88C99B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156" name="Retângulo: Cantos Arredondados 76">
                  <a:extLst>
                    <a:ext uri="{FF2B5EF4-FFF2-40B4-BE49-F238E27FC236}">
                      <a16:creationId xmlns:a16="http://schemas.microsoft.com/office/drawing/2014/main" id="{22700AA7-449E-2BAC-4850-08F974E9EE50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7" name="Retângulo: Cantos Arredondados 77">
                  <a:extLst>
                    <a:ext uri="{FF2B5EF4-FFF2-40B4-BE49-F238E27FC236}">
                      <a16:creationId xmlns:a16="http://schemas.microsoft.com/office/drawing/2014/main" id="{90EC08A5-D06E-3454-4DE1-536F2F17E57F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3" name="Agrupar 71">
                <a:extLst>
                  <a:ext uri="{FF2B5EF4-FFF2-40B4-BE49-F238E27FC236}">
                    <a16:creationId xmlns:a16="http://schemas.microsoft.com/office/drawing/2014/main" id="{A0029A4E-21F2-16B7-6387-305C6D84E8C5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154" name="Retângulo: Cantos Arredondados 72">
                  <a:extLst>
                    <a:ext uri="{FF2B5EF4-FFF2-40B4-BE49-F238E27FC236}">
                      <a16:creationId xmlns:a16="http://schemas.microsoft.com/office/drawing/2014/main" id="{3C78013C-056B-4AC8-AF5E-06779F37879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5" name="Retângulo: Cantos Arredondados 73">
                  <a:extLst>
                    <a:ext uri="{FF2B5EF4-FFF2-40B4-BE49-F238E27FC236}">
                      <a16:creationId xmlns:a16="http://schemas.microsoft.com/office/drawing/2014/main" id="{59ECE64B-323E-6260-AA80-944C0E756F91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48" name="Retângulo: Cantos Arredondados 62">
              <a:extLst>
                <a:ext uri="{FF2B5EF4-FFF2-40B4-BE49-F238E27FC236}">
                  <a16:creationId xmlns:a16="http://schemas.microsoft.com/office/drawing/2014/main" id="{1AB8E66D-6704-F01F-7DE4-22C7F8FB7FF7}"/>
                </a:ext>
              </a:extLst>
            </p:cNvPr>
            <p:cNvSpPr/>
            <p:nvPr/>
          </p:nvSpPr>
          <p:spPr>
            <a:xfrm>
              <a:off x="10721458" y="4802481"/>
              <a:ext cx="1370620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sp>
        <p:nvSpPr>
          <p:cNvPr id="189" name="Retângulo: Cantos Arredondados 17">
            <a:extLst>
              <a:ext uri="{FF2B5EF4-FFF2-40B4-BE49-F238E27FC236}">
                <a16:creationId xmlns:a16="http://schemas.microsoft.com/office/drawing/2014/main" id="{0CFE823F-1912-453C-26D1-57AA5665297F}"/>
              </a:ext>
            </a:extLst>
          </p:cNvPr>
          <p:cNvSpPr/>
          <p:nvPr/>
        </p:nvSpPr>
        <p:spPr>
          <a:xfrm>
            <a:off x="1779049" y="4829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 baseline="0">
                <a:solidFill>
                  <a:schemeClr val="tx1"/>
                </a:solidFill>
                <a:latin typeface="Aptos"/>
              </a:rPr>
              <a:t>DTV/ CAMERA</a:t>
            </a:r>
            <a:r>
              <a:rPr lang="pt-BR" sz="700">
                <a:solidFill>
                  <a:schemeClr val="tx1"/>
                </a:solidFill>
                <a:latin typeface="Aptos"/>
                <a:ea typeface="Aptos"/>
                <a:cs typeface="Aptos"/>
              </a:rPr>
              <a:t>​</a:t>
            </a:r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191" name="Retângulo: Cantos Arredondados 23">
            <a:extLst>
              <a:ext uri="{FF2B5EF4-FFF2-40B4-BE49-F238E27FC236}">
                <a16:creationId xmlns:a16="http://schemas.microsoft.com/office/drawing/2014/main" id="{B9547E2F-D1C7-4044-3478-D816DADDDD70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93" name="Conector de seta reta 151">
            <a:extLst>
              <a:ext uri="{FF2B5EF4-FFF2-40B4-BE49-F238E27FC236}">
                <a16:creationId xmlns:a16="http://schemas.microsoft.com/office/drawing/2014/main" id="{419B738D-8C27-5690-C4FF-D78EBF41D555}"/>
              </a:ext>
            </a:extLst>
          </p:cNvPr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de seta reta 152">
            <a:extLst>
              <a:ext uri="{FF2B5EF4-FFF2-40B4-BE49-F238E27FC236}">
                <a16:creationId xmlns:a16="http://schemas.microsoft.com/office/drawing/2014/main" id="{CDDFCE2B-BCDE-7CA9-5B44-EA72AEB0C945}"/>
              </a:ext>
            </a:extLst>
          </p:cNvPr>
          <p:cNvCxnSpPr/>
          <p:nvPr/>
        </p:nvCxnSpPr>
        <p:spPr>
          <a:xfrm flipV="1">
            <a:off x="2433085" y="492639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tângulo: Cantos Arredondados 63">
            <a:extLst>
              <a:ext uri="{FF2B5EF4-FFF2-40B4-BE49-F238E27FC236}">
                <a16:creationId xmlns:a16="http://schemas.microsoft.com/office/drawing/2014/main" id="{4C1EDA48-FF3B-FBB3-5426-1C65ACF94FF8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01" name="Retângulo: Cantos Arredondados 63">
            <a:extLst>
              <a:ext uri="{FF2B5EF4-FFF2-40B4-BE49-F238E27FC236}">
                <a16:creationId xmlns:a16="http://schemas.microsoft.com/office/drawing/2014/main" id="{5A6E5DB7-06B2-A7B7-0AAF-AF7D79FCAEB3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2DAED2-7657-DDC7-5C60-0603B6EB3161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D017B2-01B8-2CD8-7DDE-D37579D67AD4}"/>
              </a:ext>
            </a:extLst>
          </p:cNvPr>
          <p:cNvSpPr txBox="1"/>
          <p:nvPr/>
        </p:nvSpPr>
        <p:spPr>
          <a:xfrm>
            <a:off x="2444712" y="175719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TVU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55E7217-19EF-AB6C-12EA-79AFCB787C83}"/>
              </a:ext>
            </a:extLst>
          </p:cNvPr>
          <p:cNvSpPr txBox="1"/>
          <p:nvPr/>
        </p:nvSpPr>
        <p:spPr>
          <a:xfrm>
            <a:off x="2816187" y="25477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DEE56A-2030-BE8F-8329-8C0F4AB854F7}"/>
              </a:ext>
            </a:extLst>
          </p:cNvPr>
          <p:cNvSpPr txBox="1"/>
          <p:nvPr/>
        </p:nvSpPr>
        <p:spPr>
          <a:xfrm>
            <a:off x="2825712" y="28525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METROLAN/LAWO</a:t>
            </a:r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8484831-BC6C-3A26-30AE-022E31117F4B}"/>
              </a:ext>
            </a:extLst>
          </p:cNvPr>
          <p:cNvSpPr txBox="1"/>
          <p:nvPr/>
        </p:nvSpPr>
        <p:spPr>
          <a:xfrm>
            <a:off x="2825712" y="31573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METROLAN/LAWO</a:t>
            </a:r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AE7AB7-35B5-21C0-87E6-36D905A3ABDF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2934C37-F873-BB99-CEC3-E0501F305B9B}"/>
              </a:ext>
            </a:extLst>
          </p:cNvPr>
          <p:cNvSpPr txBox="1"/>
          <p:nvPr/>
        </p:nvSpPr>
        <p:spPr>
          <a:xfrm>
            <a:off x="2426498" y="44606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50C1C05-B090-7E08-82D2-ED1004FA711E}"/>
              </a:ext>
            </a:extLst>
          </p:cNvPr>
          <p:cNvSpPr txBox="1"/>
          <p:nvPr/>
        </p:nvSpPr>
        <p:spPr>
          <a:xfrm>
            <a:off x="2436023" y="47654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496CEE7-0728-F7D9-1F3F-A47E7F20929D}"/>
              </a:ext>
            </a:extLst>
          </p:cNvPr>
          <p:cNvSpPr txBox="1"/>
          <p:nvPr/>
        </p:nvSpPr>
        <p:spPr>
          <a:xfrm>
            <a:off x="2893223" y="585125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3" name="Retângulo: Cantos Arredondados 62">
            <a:extLst>
              <a:ext uri="{FF2B5EF4-FFF2-40B4-BE49-F238E27FC236}">
                <a16:creationId xmlns:a16="http://schemas.microsoft.com/office/drawing/2014/main" id="{6BCD2B8C-1683-AE1B-D1FF-3AC54B967054}"/>
              </a:ext>
            </a:extLst>
          </p:cNvPr>
          <p:cNvSpPr/>
          <p:nvPr/>
        </p:nvSpPr>
        <p:spPr>
          <a:xfrm>
            <a:off x="8810200" y="3766415"/>
            <a:ext cx="1478446" cy="1410645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17" name="Agrupar 12">
            <a:extLst>
              <a:ext uri="{FF2B5EF4-FFF2-40B4-BE49-F238E27FC236}">
                <a16:creationId xmlns:a16="http://schemas.microsoft.com/office/drawing/2014/main" id="{F5745BF4-B166-6619-2E4D-CD95917B83D8}"/>
              </a:ext>
            </a:extLst>
          </p:cNvPr>
          <p:cNvGrpSpPr/>
          <p:nvPr/>
        </p:nvGrpSpPr>
        <p:grpSpPr>
          <a:xfrm>
            <a:off x="8806863" y="4071468"/>
            <a:ext cx="1528312" cy="1129067"/>
            <a:chOff x="3821496" y="667396"/>
            <a:chExt cx="1528312" cy="1129067"/>
          </a:xfrm>
        </p:grpSpPr>
        <p:grpSp>
          <p:nvGrpSpPr>
            <p:cNvPr id="27" name="Agrupar 64">
              <a:extLst>
                <a:ext uri="{FF2B5EF4-FFF2-40B4-BE49-F238E27FC236}">
                  <a16:creationId xmlns:a16="http://schemas.microsoft.com/office/drawing/2014/main" id="{69B5B89E-E1D5-3DF3-A1D0-FBD590732D0F}"/>
                </a:ext>
              </a:extLst>
            </p:cNvPr>
            <p:cNvGrpSpPr/>
            <p:nvPr/>
          </p:nvGrpSpPr>
          <p:grpSpPr>
            <a:xfrm>
              <a:off x="3821496" y="667396"/>
              <a:ext cx="1528312" cy="1129067"/>
              <a:chOff x="3821496" y="667396"/>
              <a:chExt cx="1528312" cy="1129067"/>
            </a:xfrm>
          </p:grpSpPr>
          <p:sp>
            <p:nvSpPr>
              <p:cNvPr id="52" name="Retângulo: Cantos Arredondados 88">
                <a:extLst>
                  <a:ext uri="{FF2B5EF4-FFF2-40B4-BE49-F238E27FC236}">
                    <a16:creationId xmlns:a16="http://schemas.microsoft.com/office/drawing/2014/main" id="{1463C18D-974F-82B3-1F16-ACC59D8E3C2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tângulo: Cantos Arredondados 89">
                <a:extLst>
                  <a:ext uri="{FF2B5EF4-FFF2-40B4-BE49-F238E27FC236}">
                    <a16:creationId xmlns:a16="http://schemas.microsoft.com/office/drawing/2014/main" id="{1DAB2B91-D7D4-D816-331C-A61D56C7286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tângulo: Cantos Arredondados 91">
                <a:extLst>
                  <a:ext uri="{FF2B5EF4-FFF2-40B4-BE49-F238E27FC236}">
                    <a16:creationId xmlns:a16="http://schemas.microsoft.com/office/drawing/2014/main" id="{D7086D0F-2AC4-EDC1-3BEC-4ADF7A8C1F77}"/>
                  </a:ext>
                </a:extLst>
              </p:cNvPr>
              <p:cNvSpPr/>
              <p:nvPr/>
            </p:nvSpPr>
            <p:spPr>
              <a:xfrm>
                <a:off x="3821496" y="755205"/>
                <a:ext cx="1528312" cy="104125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6 -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7 -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8 - OVER</a:t>
                </a:r>
              </a:p>
              <a:p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9" name="Agrupar 68">
              <a:extLst>
                <a:ext uri="{FF2B5EF4-FFF2-40B4-BE49-F238E27FC236}">
                  <a16:creationId xmlns:a16="http://schemas.microsoft.com/office/drawing/2014/main" id="{7C4EE39B-2557-FFDC-40C8-B429D5EC835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84">
                <a:extLst>
                  <a:ext uri="{FF2B5EF4-FFF2-40B4-BE49-F238E27FC236}">
                    <a16:creationId xmlns:a16="http://schemas.microsoft.com/office/drawing/2014/main" id="{9B456896-AA4E-D5C1-3731-BBA7D3C4C57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Retângulo: Cantos Arredondados 85">
                <a:extLst>
                  <a:ext uri="{FF2B5EF4-FFF2-40B4-BE49-F238E27FC236}">
                    <a16:creationId xmlns:a16="http://schemas.microsoft.com/office/drawing/2014/main" id="{32A7B4B9-3305-074F-CAA4-DCC9013006A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" name="Agrupar 69">
              <a:extLst>
                <a:ext uri="{FF2B5EF4-FFF2-40B4-BE49-F238E27FC236}">
                  <a16:creationId xmlns:a16="http://schemas.microsoft.com/office/drawing/2014/main" id="{2BFD43B3-EA88-350D-D7DE-EF1149276CAF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5" name="Retângulo: Cantos Arredondados 80">
                <a:extLst>
                  <a:ext uri="{FF2B5EF4-FFF2-40B4-BE49-F238E27FC236}">
                    <a16:creationId xmlns:a16="http://schemas.microsoft.com/office/drawing/2014/main" id="{7BB7831D-9503-4131-839A-B2319846941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tângulo: Cantos Arredondados 81">
                <a:extLst>
                  <a:ext uri="{FF2B5EF4-FFF2-40B4-BE49-F238E27FC236}">
                    <a16:creationId xmlns:a16="http://schemas.microsoft.com/office/drawing/2014/main" id="{641135A7-3DEB-E3A0-8720-05C1666169E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" name="Agrupar 70">
              <a:extLst>
                <a:ext uri="{FF2B5EF4-FFF2-40B4-BE49-F238E27FC236}">
                  <a16:creationId xmlns:a16="http://schemas.microsoft.com/office/drawing/2014/main" id="{D5974989-7507-B5D5-F1A7-A76322FC469F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1" name="Retângulo: Cantos Arredondados 76">
                <a:extLst>
                  <a:ext uri="{FF2B5EF4-FFF2-40B4-BE49-F238E27FC236}">
                    <a16:creationId xmlns:a16="http://schemas.microsoft.com/office/drawing/2014/main" id="{28CE7614-C74D-5D37-889B-CE859799345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tângulo: Cantos Arredondados 77">
                <a:extLst>
                  <a:ext uri="{FF2B5EF4-FFF2-40B4-BE49-F238E27FC236}">
                    <a16:creationId xmlns:a16="http://schemas.microsoft.com/office/drawing/2014/main" id="{0F0C2CC8-3E5A-D05B-512D-09944DD3CE3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Agrupar 71">
              <a:extLst>
                <a:ext uri="{FF2B5EF4-FFF2-40B4-BE49-F238E27FC236}">
                  <a16:creationId xmlns:a16="http://schemas.microsoft.com/office/drawing/2014/main" id="{DFB9EEE2-0F75-9730-CB33-43DE84F8FB0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7" name="Retângulo: Cantos Arredondados 72">
                <a:extLst>
                  <a:ext uri="{FF2B5EF4-FFF2-40B4-BE49-F238E27FC236}">
                    <a16:creationId xmlns:a16="http://schemas.microsoft.com/office/drawing/2014/main" id="{6C24CCF2-5FE1-7040-7739-6D164EE9C03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tângulo: Cantos Arredondados 73">
                <a:extLst>
                  <a:ext uri="{FF2B5EF4-FFF2-40B4-BE49-F238E27FC236}">
                    <a16:creationId xmlns:a16="http://schemas.microsoft.com/office/drawing/2014/main" id="{A61D3FC2-70E8-8267-E42B-E33003CC6DB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57" name="Retângulo: Cantos Arredondados 17">
            <a:extLst>
              <a:ext uri="{FF2B5EF4-FFF2-40B4-BE49-F238E27FC236}">
                <a16:creationId xmlns:a16="http://schemas.microsoft.com/office/drawing/2014/main" id="{0C2D6795-A231-1E3C-A45D-B0D94D05C62F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59" name="Conector de seta reta 5">
            <a:extLst>
              <a:ext uri="{FF2B5EF4-FFF2-40B4-BE49-F238E27FC236}">
                <a16:creationId xmlns:a16="http://schemas.microsoft.com/office/drawing/2014/main" id="{DDEA589E-DDDB-4E22-1A61-0874CBD75B82}"/>
              </a:ext>
            </a:extLst>
          </p:cNvPr>
          <p:cNvCxnSpPr>
            <a:stCxn id="57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A5691AF-327A-133D-0728-AA29647BF79E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01281165-E0EC-FF7E-F7DE-B9AF0CF5ED9B}"/>
              </a:ext>
            </a:extLst>
          </p:cNvPr>
          <p:cNvSpPr txBox="1"/>
          <p:nvPr/>
        </p:nvSpPr>
        <p:spPr>
          <a:xfrm>
            <a:off x="5938967" y="315420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 CONTROLE</a:t>
            </a:r>
            <a:endParaRPr lang="pt-BR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9774199-EFEF-E348-DC54-5CA789FB43FF}"/>
              </a:ext>
            </a:extLst>
          </p:cNvPr>
          <p:cNvSpPr txBox="1"/>
          <p:nvPr/>
        </p:nvSpPr>
        <p:spPr>
          <a:xfrm>
            <a:off x="6248400" y="4185615"/>
            <a:ext cx="1076757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 CONTROLE</a:t>
            </a:r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D6FF1E4-E11A-BD84-9DF4-E9B4527B7BCA}"/>
              </a:ext>
            </a:extLst>
          </p:cNvPr>
          <p:cNvSpPr txBox="1"/>
          <p:nvPr/>
        </p:nvSpPr>
        <p:spPr>
          <a:xfrm>
            <a:off x="6257448" y="4501710"/>
            <a:ext cx="90836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 EVENT</a:t>
            </a:r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AF656749-7326-DBB6-F071-AD5E7BEC8479}"/>
              </a:ext>
            </a:extLst>
          </p:cNvPr>
          <p:cNvSpPr txBox="1"/>
          <p:nvPr/>
        </p:nvSpPr>
        <p:spPr>
          <a:xfrm>
            <a:off x="6248400" y="4809952"/>
            <a:ext cx="695107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0E295174-93A1-477C-7C5D-1064DCBAD8C7}"/>
              </a:ext>
            </a:extLst>
          </p:cNvPr>
          <p:cNvSpPr txBox="1"/>
          <p:nvPr/>
        </p:nvSpPr>
        <p:spPr>
          <a:xfrm>
            <a:off x="5839626" y="583503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 CONTROLE</a:t>
            </a:r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3A5229D5-7BB6-7D2B-9342-64ACD9A83D88}"/>
              </a:ext>
            </a:extLst>
          </p:cNvPr>
          <p:cNvSpPr txBox="1"/>
          <p:nvPr/>
        </p:nvSpPr>
        <p:spPr>
          <a:xfrm>
            <a:off x="6243926" y="2398169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50E506BD-7B50-AB0D-BAF9-2DDA67CF197B}"/>
              </a:ext>
            </a:extLst>
          </p:cNvPr>
          <p:cNvSpPr txBox="1"/>
          <p:nvPr/>
        </p:nvSpPr>
        <p:spPr>
          <a:xfrm>
            <a:off x="6233511" y="2696448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grpSp>
        <p:nvGrpSpPr>
          <p:cNvPr id="79" name="Agrupar 12">
            <a:extLst>
              <a:ext uri="{FF2B5EF4-FFF2-40B4-BE49-F238E27FC236}">
                <a16:creationId xmlns:a16="http://schemas.microsoft.com/office/drawing/2014/main" id="{E96333BB-3F72-FE52-A40C-5ECD3F90EDC6}"/>
              </a:ext>
            </a:extLst>
          </p:cNvPr>
          <p:cNvGrpSpPr/>
          <p:nvPr/>
        </p:nvGrpSpPr>
        <p:grpSpPr>
          <a:xfrm>
            <a:off x="10362632" y="5834689"/>
            <a:ext cx="1669765" cy="1294706"/>
            <a:chOff x="3802360" y="667396"/>
            <a:chExt cx="1528312" cy="631838"/>
          </a:xfrm>
        </p:grpSpPr>
        <p:grpSp>
          <p:nvGrpSpPr>
            <p:cNvPr id="81" name="Agrupar 64">
              <a:extLst>
                <a:ext uri="{FF2B5EF4-FFF2-40B4-BE49-F238E27FC236}">
                  <a16:creationId xmlns:a16="http://schemas.microsoft.com/office/drawing/2014/main" id="{3CDF3C3F-9DF9-A737-72D0-CDDC597478DF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26" name="Retângulo: Cantos Arredondados 88">
                <a:extLst>
                  <a:ext uri="{FF2B5EF4-FFF2-40B4-BE49-F238E27FC236}">
                    <a16:creationId xmlns:a16="http://schemas.microsoft.com/office/drawing/2014/main" id="{8D64C373-27EA-7F23-0C44-A3C09DA2BD4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etângulo: Cantos Arredondados 89">
                <a:extLst>
                  <a:ext uri="{FF2B5EF4-FFF2-40B4-BE49-F238E27FC236}">
                    <a16:creationId xmlns:a16="http://schemas.microsoft.com/office/drawing/2014/main" id="{F88B87BF-A4DF-7904-329D-AA31FB221D9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Retângulo: Cantos Arredondados 91">
                <a:extLst>
                  <a:ext uri="{FF2B5EF4-FFF2-40B4-BE49-F238E27FC236}">
                    <a16:creationId xmlns:a16="http://schemas.microsoft.com/office/drawing/2014/main" id="{3A0D9329-94BF-55ED-D5F0-73EE8D3B75D3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83" name="Agrupar 68">
              <a:extLst>
                <a:ext uri="{FF2B5EF4-FFF2-40B4-BE49-F238E27FC236}">
                  <a16:creationId xmlns:a16="http://schemas.microsoft.com/office/drawing/2014/main" id="{4C944BA1-B417-1872-2841-CC819EBEE85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22" name="Retângulo: Cantos Arredondados 84">
                <a:extLst>
                  <a:ext uri="{FF2B5EF4-FFF2-40B4-BE49-F238E27FC236}">
                    <a16:creationId xmlns:a16="http://schemas.microsoft.com/office/drawing/2014/main" id="{B543FF23-8749-C3FE-3183-83F630751E8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4" name="Retângulo: Cantos Arredondados 85">
                <a:extLst>
                  <a:ext uri="{FF2B5EF4-FFF2-40B4-BE49-F238E27FC236}">
                    <a16:creationId xmlns:a16="http://schemas.microsoft.com/office/drawing/2014/main" id="{9CB9B4E7-DBC7-CD76-185F-8AD0CA49080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5" name="Agrupar 69">
              <a:extLst>
                <a:ext uri="{FF2B5EF4-FFF2-40B4-BE49-F238E27FC236}">
                  <a16:creationId xmlns:a16="http://schemas.microsoft.com/office/drawing/2014/main" id="{66AA387D-A74E-B0E2-8FE8-2E7BF9831F2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12" name="Retângulo: Cantos Arredondados 80">
                <a:extLst>
                  <a:ext uri="{FF2B5EF4-FFF2-40B4-BE49-F238E27FC236}">
                    <a16:creationId xmlns:a16="http://schemas.microsoft.com/office/drawing/2014/main" id="{BC0D0200-1AF0-1125-9E5A-0A9BF6BBBB5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9" name="Retângulo: Cantos Arredondados 81">
                <a:extLst>
                  <a:ext uri="{FF2B5EF4-FFF2-40B4-BE49-F238E27FC236}">
                    <a16:creationId xmlns:a16="http://schemas.microsoft.com/office/drawing/2014/main" id="{0807ECC9-B093-8C86-5D77-9981BE7098E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7" name="Agrupar 70">
              <a:extLst>
                <a:ext uri="{FF2B5EF4-FFF2-40B4-BE49-F238E27FC236}">
                  <a16:creationId xmlns:a16="http://schemas.microsoft.com/office/drawing/2014/main" id="{CB22AE8C-DE81-149C-DC26-8A15A3DED2A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4" name="Retângulo: Cantos Arredondados 76">
                <a:extLst>
                  <a:ext uri="{FF2B5EF4-FFF2-40B4-BE49-F238E27FC236}">
                    <a16:creationId xmlns:a16="http://schemas.microsoft.com/office/drawing/2014/main" id="{3601B58A-2C17-3021-5146-77F37F61591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8" name="Retângulo: Cantos Arredondados 77">
                <a:extLst>
                  <a:ext uri="{FF2B5EF4-FFF2-40B4-BE49-F238E27FC236}">
                    <a16:creationId xmlns:a16="http://schemas.microsoft.com/office/drawing/2014/main" id="{A60AD672-EA45-D35B-A553-2CD7720CD60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9" name="Agrupar 71">
              <a:extLst>
                <a:ext uri="{FF2B5EF4-FFF2-40B4-BE49-F238E27FC236}">
                  <a16:creationId xmlns:a16="http://schemas.microsoft.com/office/drawing/2014/main" id="{7977C825-0A35-29C2-5D7E-D3462E0877B8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91" name="Retângulo: Cantos Arredondados 72">
                <a:extLst>
                  <a:ext uri="{FF2B5EF4-FFF2-40B4-BE49-F238E27FC236}">
                    <a16:creationId xmlns:a16="http://schemas.microsoft.com/office/drawing/2014/main" id="{1154D2DC-A230-6A1C-BB80-963CF730CE0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3" name="Retângulo: Cantos Arredondados 73">
                <a:extLst>
                  <a:ext uri="{FF2B5EF4-FFF2-40B4-BE49-F238E27FC236}">
                    <a16:creationId xmlns:a16="http://schemas.microsoft.com/office/drawing/2014/main" id="{D81A3007-C10C-F424-951E-20349663918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66" name="Retângulo: Cantos Arredondados 62">
            <a:extLst>
              <a:ext uri="{FF2B5EF4-FFF2-40B4-BE49-F238E27FC236}">
                <a16:creationId xmlns:a16="http://schemas.microsoft.com/office/drawing/2014/main" id="{058FA3FC-A5B6-9BCB-0F7B-7969F4934801}"/>
              </a:ext>
            </a:extLst>
          </p:cNvPr>
          <p:cNvSpPr/>
          <p:nvPr/>
        </p:nvSpPr>
        <p:spPr>
          <a:xfrm>
            <a:off x="10345406" y="5413972"/>
            <a:ext cx="1478445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26351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D08AA-78C3-68B8-09CE-6E1203FFF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6234740C-34DD-8006-60D1-95B82DF6011C}"/>
              </a:ext>
            </a:extLst>
          </p:cNvPr>
          <p:cNvSpPr txBox="1"/>
          <p:nvPr/>
        </p:nvSpPr>
        <p:spPr>
          <a:xfrm>
            <a:off x="6199114" y="211755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 VIA JB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D0C6DF-C78A-C9E5-474B-61B1FAA06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9809F1C-5017-D892-33B1-AD013C4F155A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4951A53F-73D9-A84F-E9F9-9B93D99E4770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RCE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D0C3537-7A3E-D3F6-734E-B6D52047D22F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81A1B7C1-639F-235B-D452-027C6C2EBC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335A9952-1CEA-FBC4-E524-AF8056306072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2E2FEB99-C520-4FD4-50C5-210D88231C40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F6965404-99EE-9ABF-9278-A7991227996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41491867-892F-7810-33DC-F54D849D2DE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6172C9EC-1A5D-EC4E-B185-82CE98AD638C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RCE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D04102-F878-C153-9A9C-3763C30DA6DB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B0522436-1AFC-CC01-4CB6-EEE577254E1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BE943-44DA-E5E0-AE9D-4799C17CB9D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4E8EA842-F107-28EB-D08F-6F84974FED92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RCE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8612DD7A-FE15-9841-8F7B-2789F3CB6358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6C4B0D5A-183F-DEEB-DD82-BDC1CED38E3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15EC9949-08F6-BFD8-0E18-C4FD4E56D5B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1B5C745F-7D29-B5CD-13DA-C9F426D611A0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036B0508-674F-A40E-9977-EDDC91BC7E7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D222A39-4693-D737-FD5D-63594CE709A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51F5FC3E-71D2-A3D0-38D0-5A6340F2ACE1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2285C54E-BA9E-48D4-A70D-D55114AC244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EDA64BAA-41FB-D622-CEF5-44EC85705E8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FB984A48-740E-91E5-79F9-D20FD88F0619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A2872F0D-E81D-3721-5B86-C108CEA73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F65ACC4-BFFE-ED23-8B27-5ABCBA7BDAE3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7A5C907E-0DE8-837B-8C9E-13DF347BA3EE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grpSp>
        <p:nvGrpSpPr>
          <p:cNvPr id="143" name="Agrupar 12">
            <a:extLst>
              <a:ext uri="{FF2B5EF4-FFF2-40B4-BE49-F238E27FC236}">
                <a16:creationId xmlns:a16="http://schemas.microsoft.com/office/drawing/2014/main" id="{C4861382-093C-9C92-1C26-2E8963AA8DC2}"/>
              </a:ext>
            </a:extLst>
          </p:cNvPr>
          <p:cNvGrpSpPr/>
          <p:nvPr/>
        </p:nvGrpSpPr>
        <p:grpSpPr>
          <a:xfrm>
            <a:off x="10347457" y="4772099"/>
            <a:ext cx="1528312" cy="631838"/>
            <a:chOff x="3802360" y="667396"/>
            <a:chExt cx="1528312" cy="631838"/>
          </a:xfrm>
        </p:grpSpPr>
        <p:grpSp>
          <p:nvGrpSpPr>
            <p:cNvPr id="127" name="Agrupar 64">
              <a:extLst>
                <a:ext uri="{FF2B5EF4-FFF2-40B4-BE49-F238E27FC236}">
                  <a16:creationId xmlns:a16="http://schemas.microsoft.com/office/drawing/2014/main" id="{644A30B6-D5D5-DC93-CBDE-31FAB6C34FA1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0" name="Retângulo: Cantos Arredondados 88">
                <a:extLst>
                  <a:ext uri="{FF2B5EF4-FFF2-40B4-BE49-F238E27FC236}">
                    <a16:creationId xmlns:a16="http://schemas.microsoft.com/office/drawing/2014/main" id="{7932BE59-8BAB-B1F5-77DB-4B29FCE0A8A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9">
                <a:extLst>
                  <a:ext uri="{FF2B5EF4-FFF2-40B4-BE49-F238E27FC236}">
                    <a16:creationId xmlns:a16="http://schemas.microsoft.com/office/drawing/2014/main" id="{299A18DD-5E8D-E658-A3E4-AA534CB4B2D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91">
                <a:extLst>
                  <a:ext uri="{FF2B5EF4-FFF2-40B4-BE49-F238E27FC236}">
                    <a16:creationId xmlns:a16="http://schemas.microsoft.com/office/drawing/2014/main" id="{7BCBFBBE-7FF6-EF02-C21A-C45CCF6C9ABD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28" name="Agrupar 68">
              <a:extLst>
                <a:ext uri="{FF2B5EF4-FFF2-40B4-BE49-F238E27FC236}">
                  <a16:creationId xmlns:a16="http://schemas.microsoft.com/office/drawing/2014/main" id="{C2AD0DA9-796A-DEC4-43FC-F3BB3DF6D566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84">
                <a:extLst>
                  <a:ext uri="{FF2B5EF4-FFF2-40B4-BE49-F238E27FC236}">
                    <a16:creationId xmlns:a16="http://schemas.microsoft.com/office/drawing/2014/main" id="{1A6447E2-7101-F8DF-597F-8D59F799C0F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85">
                <a:extLst>
                  <a:ext uri="{FF2B5EF4-FFF2-40B4-BE49-F238E27FC236}">
                    <a16:creationId xmlns:a16="http://schemas.microsoft.com/office/drawing/2014/main" id="{1BFC9A08-675F-6BC4-1723-4559B650A50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Agrupar 69">
              <a:extLst>
                <a:ext uri="{FF2B5EF4-FFF2-40B4-BE49-F238E27FC236}">
                  <a16:creationId xmlns:a16="http://schemas.microsoft.com/office/drawing/2014/main" id="{E6760025-5019-CC77-7C40-EB43D376502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80">
                <a:extLst>
                  <a:ext uri="{FF2B5EF4-FFF2-40B4-BE49-F238E27FC236}">
                    <a16:creationId xmlns:a16="http://schemas.microsoft.com/office/drawing/2014/main" id="{8FD1496A-FB27-BF69-244F-176D8A3D649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81">
                <a:extLst>
                  <a:ext uri="{FF2B5EF4-FFF2-40B4-BE49-F238E27FC236}">
                    <a16:creationId xmlns:a16="http://schemas.microsoft.com/office/drawing/2014/main" id="{CF1A7238-AB2A-1952-74EB-4D159A3B5F8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Agrupar 70">
              <a:extLst>
                <a:ext uri="{FF2B5EF4-FFF2-40B4-BE49-F238E27FC236}">
                  <a16:creationId xmlns:a16="http://schemas.microsoft.com/office/drawing/2014/main" id="{BEDB27BE-18CE-4DB3-EDBC-8237796EC9A9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4" name="Retângulo: Cantos Arredondados 76">
                <a:extLst>
                  <a:ext uri="{FF2B5EF4-FFF2-40B4-BE49-F238E27FC236}">
                    <a16:creationId xmlns:a16="http://schemas.microsoft.com/office/drawing/2014/main" id="{6885666A-EAFB-BD88-5EFF-7701FD2320D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Retângulo: Cantos Arredondados 77">
                <a:extLst>
                  <a:ext uri="{FF2B5EF4-FFF2-40B4-BE49-F238E27FC236}">
                    <a16:creationId xmlns:a16="http://schemas.microsoft.com/office/drawing/2014/main" id="{EC3FABF5-B0F8-8BCC-2D86-32D73870CB9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1" name="Agrupar 71">
              <a:extLst>
                <a:ext uri="{FF2B5EF4-FFF2-40B4-BE49-F238E27FC236}">
                  <a16:creationId xmlns:a16="http://schemas.microsoft.com/office/drawing/2014/main" id="{19ADE7E6-2DBB-0650-9C1B-3335C95ED7C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2" name="Retângulo: Cantos Arredondados 72">
                <a:extLst>
                  <a:ext uri="{FF2B5EF4-FFF2-40B4-BE49-F238E27FC236}">
                    <a16:creationId xmlns:a16="http://schemas.microsoft.com/office/drawing/2014/main" id="{327B9784-04E9-C6E3-5063-8155AB88589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73">
                <a:extLst>
                  <a:ext uri="{FF2B5EF4-FFF2-40B4-BE49-F238E27FC236}">
                    <a16:creationId xmlns:a16="http://schemas.microsoft.com/office/drawing/2014/main" id="{1E62D35F-F690-FD77-F09F-7B2B4D87CC5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45" name="Retângulo: Cantos Arredondados 62">
            <a:extLst>
              <a:ext uri="{FF2B5EF4-FFF2-40B4-BE49-F238E27FC236}">
                <a16:creationId xmlns:a16="http://schemas.microsoft.com/office/drawing/2014/main" id="{3099AC86-4A72-A012-A3A2-E523C9669341}"/>
              </a:ext>
            </a:extLst>
          </p:cNvPr>
          <p:cNvSpPr/>
          <p:nvPr/>
        </p:nvSpPr>
        <p:spPr>
          <a:xfrm>
            <a:off x="10397323" y="4415218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147" name="Agrupar 12">
            <a:extLst>
              <a:ext uri="{FF2B5EF4-FFF2-40B4-BE49-F238E27FC236}">
                <a16:creationId xmlns:a16="http://schemas.microsoft.com/office/drawing/2014/main" id="{01BD3EC9-8DCA-14DA-2E6E-D9C3ACC7D25F}"/>
              </a:ext>
            </a:extLst>
          </p:cNvPr>
          <p:cNvGrpSpPr/>
          <p:nvPr/>
        </p:nvGrpSpPr>
        <p:grpSpPr>
          <a:xfrm>
            <a:off x="10627666" y="4889559"/>
            <a:ext cx="269559" cy="631838"/>
            <a:chOff x="4082569" y="667396"/>
            <a:chExt cx="269559" cy="631838"/>
          </a:xfrm>
        </p:grpSpPr>
        <p:grpSp>
          <p:nvGrpSpPr>
            <p:cNvPr id="149" name="Agrupar 64">
              <a:extLst>
                <a:ext uri="{FF2B5EF4-FFF2-40B4-BE49-F238E27FC236}">
                  <a16:creationId xmlns:a16="http://schemas.microsoft.com/office/drawing/2014/main" id="{413C53F6-5B69-C194-C61A-EDEB5CD0DA78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162" name="Retângulo: Cantos Arredondados 88">
                <a:extLst>
                  <a:ext uri="{FF2B5EF4-FFF2-40B4-BE49-F238E27FC236}">
                    <a16:creationId xmlns:a16="http://schemas.microsoft.com/office/drawing/2014/main" id="{169AD5F9-E849-617D-E91A-F11C0755507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3" name="Retângulo: Cantos Arredondados 89">
                <a:extLst>
                  <a:ext uri="{FF2B5EF4-FFF2-40B4-BE49-F238E27FC236}">
                    <a16:creationId xmlns:a16="http://schemas.microsoft.com/office/drawing/2014/main" id="{5A5ECEB8-FA33-48DC-57D6-C00D0B2CAEA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0" name="Agrupar 68">
              <a:extLst>
                <a:ext uri="{FF2B5EF4-FFF2-40B4-BE49-F238E27FC236}">
                  <a16:creationId xmlns:a16="http://schemas.microsoft.com/office/drawing/2014/main" id="{D1B3F80D-8DDF-5F1B-8351-BFFEDE32A4F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60" name="Retângulo: Cantos Arredondados 84">
                <a:extLst>
                  <a:ext uri="{FF2B5EF4-FFF2-40B4-BE49-F238E27FC236}">
                    <a16:creationId xmlns:a16="http://schemas.microsoft.com/office/drawing/2014/main" id="{FE600BA2-3D07-B6E5-84B7-1BBD804C1F2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1" name="Retângulo: Cantos Arredondados 85">
                <a:extLst>
                  <a:ext uri="{FF2B5EF4-FFF2-40B4-BE49-F238E27FC236}">
                    <a16:creationId xmlns:a16="http://schemas.microsoft.com/office/drawing/2014/main" id="{4559C693-1979-20FC-5D2B-B885B8CF90F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1" name="Agrupar 69">
              <a:extLst>
                <a:ext uri="{FF2B5EF4-FFF2-40B4-BE49-F238E27FC236}">
                  <a16:creationId xmlns:a16="http://schemas.microsoft.com/office/drawing/2014/main" id="{87E9E7E2-D9EB-CFCB-0AE3-9B51EB114D7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58" name="Retângulo: Cantos Arredondados 80">
                <a:extLst>
                  <a:ext uri="{FF2B5EF4-FFF2-40B4-BE49-F238E27FC236}">
                    <a16:creationId xmlns:a16="http://schemas.microsoft.com/office/drawing/2014/main" id="{505C8CD8-36D6-316F-84B6-ED9AE5D0ECF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9" name="Retângulo: Cantos Arredondados 81">
                <a:extLst>
                  <a:ext uri="{FF2B5EF4-FFF2-40B4-BE49-F238E27FC236}">
                    <a16:creationId xmlns:a16="http://schemas.microsoft.com/office/drawing/2014/main" id="{B05A5A56-0AAF-8ECC-3E68-A217217CCCE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2" name="Agrupar 70">
              <a:extLst>
                <a:ext uri="{FF2B5EF4-FFF2-40B4-BE49-F238E27FC236}">
                  <a16:creationId xmlns:a16="http://schemas.microsoft.com/office/drawing/2014/main" id="{BA85FBB4-E82D-FC1C-1F81-3849B3323827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56" name="Retângulo: Cantos Arredondados 76">
                <a:extLst>
                  <a:ext uri="{FF2B5EF4-FFF2-40B4-BE49-F238E27FC236}">
                    <a16:creationId xmlns:a16="http://schemas.microsoft.com/office/drawing/2014/main" id="{C255C795-EA3F-D3A9-B562-4D94534D6CD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etângulo: Cantos Arredondados 77">
                <a:extLst>
                  <a:ext uri="{FF2B5EF4-FFF2-40B4-BE49-F238E27FC236}">
                    <a16:creationId xmlns:a16="http://schemas.microsoft.com/office/drawing/2014/main" id="{BE0ED8E0-479B-2EB7-8BE3-619072BCB41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3" name="Agrupar 71">
              <a:extLst>
                <a:ext uri="{FF2B5EF4-FFF2-40B4-BE49-F238E27FC236}">
                  <a16:creationId xmlns:a16="http://schemas.microsoft.com/office/drawing/2014/main" id="{DE697772-AE9F-76CB-8B68-A0FDC9EA1046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54" name="Retângulo: Cantos Arredondados 72">
                <a:extLst>
                  <a:ext uri="{FF2B5EF4-FFF2-40B4-BE49-F238E27FC236}">
                    <a16:creationId xmlns:a16="http://schemas.microsoft.com/office/drawing/2014/main" id="{DDE4B796-C39C-A3AF-3830-4DE0F79A533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5" name="Retângulo: Cantos Arredondados 73">
                <a:extLst>
                  <a:ext uri="{FF2B5EF4-FFF2-40B4-BE49-F238E27FC236}">
                    <a16:creationId xmlns:a16="http://schemas.microsoft.com/office/drawing/2014/main" id="{0B1B80D5-D132-FAC2-95F6-FF2F560ABDF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" name="Retângulo: Cantos Arredondados 62">
            <a:extLst>
              <a:ext uri="{FF2B5EF4-FFF2-40B4-BE49-F238E27FC236}">
                <a16:creationId xmlns:a16="http://schemas.microsoft.com/office/drawing/2014/main" id="{6188E142-B80A-ADC3-6EE9-D8008931FA44}"/>
              </a:ext>
            </a:extLst>
          </p:cNvPr>
          <p:cNvSpPr/>
          <p:nvPr/>
        </p:nvSpPr>
        <p:spPr>
          <a:xfrm>
            <a:off x="10409510" y="5245263"/>
            <a:ext cx="1466259" cy="60184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grpSp>
        <p:nvGrpSpPr>
          <p:cNvPr id="17" name="Agrupar 12">
            <a:extLst>
              <a:ext uri="{FF2B5EF4-FFF2-40B4-BE49-F238E27FC236}">
                <a16:creationId xmlns:a16="http://schemas.microsoft.com/office/drawing/2014/main" id="{EBC7741A-16D6-6584-29B5-1BC6A4DBE445}"/>
              </a:ext>
            </a:extLst>
          </p:cNvPr>
          <p:cNvGrpSpPr/>
          <p:nvPr/>
        </p:nvGrpSpPr>
        <p:grpSpPr>
          <a:xfrm>
            <a:off x="10366517" y="5479801"/>
            <a:ext cx="1669765" cy="1464394"/>
            <a:chOff x="3789118" y="584585"/>
            <a:chExt cx="1528312" cy="714649"/>
          </a:xfrm>
        </p:grpSpPr>
        <p:grpSp>
          <p:nvGrpSpPr>
            <p:cNvPr id="27" name="Agrupar 64">
              <a:extLst>
                <a:ext uri="{FF2B5EF4-FFF2-40B4-BE49-F238E27FC236}">
                  <a16:creationId xmlns:a16="http://schemas.microsoft.com/office/drawing/2014/main" id="{358EAF92-CAFD-2B6F-C77F-72CC5F4DC562}"/>
                </a:ext>
              </a:extLst>
            </p:cNvPr>
            <p:cNvGrpSpPr/>
            <p:nvPr/>
          </p:nvGrpSpPr>
          <p:grpSpPr>
            <a:xfrm>
              <a:off x="3789118" y="584585"/>
              <a:ext cx="1528312" cy="198978"/>
              <a:chOff x="3789118" y="584585"/>
              <a:chExt cx="1528312" cy="198978"/>
            </a:xfrm>
          </p:grpSpPr>
          <p:sp>
            <p:nvSpPr>
              <p:cNvPr id="52" name="Retângulo: Cantos Arredondados 88">
                <a:extLst>
                  <a:ext uri="{FF2B5EF4-FFF2-40B4-BE49-F238E27FC236}">
                    <a16:creationId xmlns:a16="http://schemas.microsoft.com/office/drawing/2014/main" id="{14D09022-E42B-67FC-163F-73D028FB7AF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tângulo: Cantos Arredondados 89">
                <a:extLst>
                  <a:ext uri="{FF2B5EF4-FFF2-40B4-BE49-F238E27FC236}">
                    <a16:creationId xmlns:a16="http://schemas.microsoft.com/office/drawing/2014/main" id="{CFC05221-5CEE-BF4D-CC12-4465FCCEB6B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tângulo: Cantos Arredondados 91">
                <a:extLst>
                  <a:ext uri="{FF2B5EF4-FFF2-40B4-BE49-F238E27FC236}">
                    <a16:creationId xmlns:a16="http://schemas.microsoft.com/office/drawing/2014/main" id="{C510F9BF-F7D1-A8DC-EFBA-7D46A9E0405B}"/>
                  </a:ext>
                </a:extLst>
              </p:cNvPr>
              <p:cNvSpPr/>
              <p:nvPr/>
            </p:nvSpPr>
            <p:spPr>
              <a:xfrm>
                <a:off x="3789118" y="58458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1 –</a:t>
                </a:r>
                <a:br>
                  <a:rPr lang="pt-BR" sz="800"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2 – </a:t>
                </a:r>
                <a:br>
                  <a:rPr lang="pt-BR" sz="800">
                    <a:latin typeface="Globotipo Texto"/>
                  </a:rPr>
                </a:b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9" name="Agrupar 68">
              <a:extLst>
                <a:ext uri="{FF2B5EF4-FFF2-40B4-BE49-F238E27FC236}">
                  <a16:creationId xmlns:a16="http://schemas.microsoft.com/office/drawing/2014/main" id="{E6015C78-6C3B-2F42-F60E-4CF4CCA30549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84">
                <a:extLst>
                  <a:ext uri="{FF2B5EF4-FFF2-40B4-BE49-F238E27FC236}">
                    <a16:creationId xmlns:a16="http://schemas.microsoft.com/office/drawing/2014/main" id="{902EE12A-CC12-C71A-35E3-87F4BD8C238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Retângulo: Cantos Arredondados 85">
                <a:extLst>
                  <a:ext uri="{FF2B5EF4-FFF2-40B4-BE49-F238E27FC236}">
                    <a16:creationId xmlns:a16="http://schemas.microsoft.com/office/drawing/2014/main" id="{264BFE63-9B04-88B6-EE68-CCB55BF4DF5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" name="Agrupar 69">
              <a:extLst>
                <a:ext uri="{FF2B5EF4-FFF2-40B4-BE49-F238E27FC236}">
                  <a16:creationId xmlns:a16="http://schemas.microsoft.com/office/drawing/2014/main" id="{DAE136F0-5B44-2FBE-B96E-D5D6E6B5E3F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5" name="Retângulo: Cantos Arredondados 80">
                <a:extLst>
                  <a:ext uri="{FF2B5EF4-FFF2-40B4-BE49-F238E27FC236}">
                    <a16:creationId xmlns:a16="http://schemas.microsoft.com/office/drawing/2014/main" id="{B4A4FD6F-6C07-4E62-BF2F-EA8A43FB3E2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tângulo: Cantos Arredondados 81">
                <a:extLst>
                  <a:ext uri="{FF2B5EF4-FFF2-40B4-BE49-F238E27FC236}">
                    <a16:creationId xmlns:a16="http://schemas.microsoft.com/office/drawing/2014/main" id="{541F0B30-5C56-00FC-F6BC-17F2360918A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" name="Agrupar 70">
              <a:extLst>
                <a:ext uri="{FF2B5EF4-FFF2-40B4-BE49-F238E27FC236}">
                  <a16:creationId xmlns:a16="http://schemas.microsoft.com/office/drawing/2014/main" id="{3B953FB7-314D-1601-B118-6DD3A74A5F30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1" name="Retângulo: Cantos Arredondados 76">
                <a:extLst>
                  <a:ext uri="{FF2B5EF4-FFF2-40B4-BE49-F238E27FC236}">
                    <a16:creationId xmlns:a16="http://schemas.microsoft.com/office/drawing/2014/main" id="{65881146-D3FB-4A67-DCF5-1BB650E5951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tângulo: Cantos Arredondados 77">
                <a:extLst>
                  <a:ext uri="{FF2B5EF4-FFF2-40B4-BE49-F238E27FC236}">
                    <a16:creationId xmlns:a16="http://schemas.microsoft.com/office/drawing/2014/main" id="{0672103E-613E-606E-BEA2-FF09FB5C38B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Agrupar 71">
              <a:extLst>
                <a:ext uri="{FF2B5EF4-FFF2-40B4-BE49-F238E27FC236}">
                  <a16:creationId xmlns:a16="http://schemas.microsoft.com/office/drawing/2014/main" id="{5F4361E2-E65F-C3C7-55E1-D93F67D4EEB6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7" name="Retângulo: Cantos Arredondados 72">
                <a:extLst>
                  <a:ext uri="{FF2B5EF4-FFF2-40B4-BE49-F238E27FC236}">
                    <a16:creationId xmlns:a16="http://schemas.microsoft.com/office/drawing/2014/main" id="{604E53C1-2A8D-4F09-56CD-991CD97050A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tângulo: Cantos Arredondados 73">
                <a:extLst>
                  <a:ext uri="{FF2B5EF4-FFF2-40B4-BE49-F238E27FC236}">
                    <a16:creationId xmlns:a16="http://schemas.microsoft.com/office/drawing/2014/main" id="{6C2309B6-B457-6111-D37D-B8FE48C8AC5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96FC7387-FE2B-E6DD-C84B-CC0B9EDBBCF9}"/>
              </a:ext>
            </a:extLst>
          </p:cNvPr>
          <p:cNvSpPr/>
          <p:nvPr/>
        </p:nvSpPr>
        <p:spPr>
          <a:xfrm>
            <a:off x="1806327" y="216246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48B3DBE3-BA81-4D82-9114-15CE593F15A1}"/>
              </a:ext>
            </a:extLst>
          </p:cNvPr>
          <p:cNvSpPr/>
          <p:nvPr/>
        </p:nvSpPr>
        <p:spPr>
          <a:xfrm>
            <a:off x="1806325" y="185020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F6903EA3-703F-10DD-4418-F41F6D67446B}"/>
              </a:ext>
            </a:extLst>
          </p:cNvPr>
          <p:cNvSpPr/>
          <p:nvPr/>
        </p:nvSpPr>
        <p:spPr>
          <a:xfrm>
            <a:off x="1806324" y="153794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sp>
        <p:nvSpPr>
          <p:cNvPr id="108" name="Retângulo: Cantos Arredondados 63">
            <a:extLst>
              <a:ext uri="{FF2B5EF4-FFF2-40B4-BE49-F238E27FC236}">
                <a16:creationId xmlns:a16="http://schemas.microsoft.com/office/drawing/2014/main" id="{6668A383-4021-9F59-3E8F-822569931F54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RCE </a:t>
            </a:r>
          </a:p>
        </p:txBody>
      </p:sp>
      <p:sp>
        <p:nvSpPr>
          <p:cNvPr id="112" name="Retângulo: Cantos Arredondados 63">
            <a:extLst>
              <a:ext uri="{FF2B5EF4-FFF2-40B4-BE49-F238E27FC236}">
                <a16:creationId xmlns:a16="http://schemas.microsoft.com/office/drawing/2014/main" id="{63DB25BA-C97C-359E-238F-023CC989481B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19" name="Conector de seta reta 154">
            <a:extLst>
              <a:ext uri="{FF2B5EF4-FFF2-40B4-BE49-F238E27FC236}">
                <a16:creationId xmlns:a16="http://schemas.microsoft.com/office/drawing/2014/main" id="{1286AF15-5B1E-D9D5-435D-97F1EA50655F}"/>
              </a:ext>
            </a:extLst>
          </p:cNvPr>
          <p:cNvCxnSpPr>
            <a:stCxn id="104" idx="3"/>
          </p:cNvCxnSpPr>
          <p:nvPr/>
        </p:nvCxnSpPr>
        <p:spPr>
          <a:xfrm>
            <a:off x="2460359" y="164452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de seta reta 157">
            <a:extLst>
              <a:ext uri="{FF2B5EF4-FFF2-40B4-BE49-F238E27FC236}">
                <a16:creationId xmlns:a16="http://schemas.microsoft.com/office/drawing/2014/main" id="{FE90C5D1-E77E-6D12-27A3-5ACBD47BE6B9}"/>
              </a:ext>
            </a:extLst>
          </p:cNvPr>
          <p:cNvCxnSpPr>
            <a:stCxn id="93" idx="3"/>
          </p:cNvCxnSpPr>
          <p:nvPr/>
        </p:nvCxnSpPr>
        <p:spPr>
          <a:xfrm>
            <a:off x="2460360" y="195678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de seta reta 159">
            <a:extLst>
              <a:ext uri="{FF2B5EF4-FFF2-40B4-BE49-F238E27FC236}">
                <a16:creationId xmlns:a16="http://schemas.microsoft.com/office/drawing/2014/main" id="{9C2B9A40-3717-6162-778F-663F9DBC6BC1}"/>
              </a:ext>
            </a:extLst>
          </p:cNvPr>
          <p:cNvCxnSpPr>
            <a:stCxn id="91" idx="3"/>
          </p:cNvCxnSpPr>
          <p:nvPr/>
        </p:nvCxnSpPr>
        <p:spPr>
          <a:xfrm flipV="1">
            <a:off x="2460361" y="226898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tângulo: Cantos Arredondados 14">
            <a:extLst>
              <a:ext uri="{FF2B5EF4-FFF2-40B4-BE49-F238E27FC236}">
                <a16:creationId xmlns:a16="http://schemas.microsoft.com/office/drawing/2014/main" id="{7279C705-A47F-C8E8-7354-B980F66DFB79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44" name="Conector de seta reta 181">
            <a:extLst>
              <a:ext uri="{FF2B5EF4-FFF2-40B4-BE49-F238E27FC236}">
                <a16:creationId xmlns:a16="http://schemas.microsoft.com/office/drawing/2014/main" id="{E95A30D8-B676-F093-4B47-A71DF92C994B}"/>
              </a:ext>
            </a:extLst>
          </p:cNvPr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tângulo: Cantos Arredondados 63">
            <a:extLst>
              <a:ext uri="{FF2B5EF4-FFF2-40B4-BE49-F238E27FC236}">
                <a16:creationId xmlns:a16="http://schemas.microsoft.com/office/drawing/2014/main" id="{6B7EDE27-793D-10E4-C7B0-50BF134CD511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RCE </a:t>
            </a:r>
          </a:p>
        </p:txBody>
      </p:sp>
      <p:sp>
        <p:nvSpPr>
          <p:cNvPr id="166" name="Retângulo: Cantos Arredondados 63">
            <a:extLst>
              <a:ext uri="{FF2B5EF4-FFF2-40B4-BE49-F238E27FC236}">
                <a16:creationId xmlns:a16="http://schemas.microsoft.com/office/drawing/2014/main" id="{A9C054B9-95B7-38D9-84C4-EA00B9660537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167" name="Retângulo: Cantos Arredondados 14">
            <a:extLst>
              <a:ext uri="{FF2B5EF4-FFF2-40B4-BE49-F238E27FC236}">
                <a16:creationId xmlns:a16="http://schemas.microsoft.com/office/drawing/2014/main" id="{3C3B697E-925B-29DA-7500-71FC21CE7CD0}"/>
              </a:ext>
            </a:extLst>
          </p:cNvPr>
          <p:cNvSpPr/>
          <p:nvPr/>
        </p:nvSpPr>
        <p:spPr>
          <a:xfrm>
            <a:off x="5562603" y="21679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168" name="Retângulo: Cantos Arredondados 17">
            <a:extLst>
              <a:ext uri="{FF2B5EF4-FFF2-40B4-BE49-F238E27FC236}">
                <a16:creationId xmlns:a16="http://schemas.microsoft.com/office/drawing/2014/main" id="{C4B5E4CF-B449-29EE-1256-93AB6DF02AFC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169" name="Retângulo: Cantos Arredondados 23">
            <a:extLst>
              <a:ext uri="{FF2B5EF4-FFF2-40B4-BE49-F238E27FC236}">
                <a16:creationId xmlns:a16="http://schemas.microsoft.com/office/drawing/2014/main" id="{DA83F8F7-F6AF-38A4-9032-E9F3C8C94503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170" name="Conector de seta reta 292">
            <a:extLst>
              <a:ext uri="{FF2B5EF4-FFF2-40B4-BE49-F238E27FC236}">
                <a16:creationId xmlns:a16="http://schemas.microsoft.com/office/drawing/2014/main" id="{39EAAFD0-2455-5269-F262-710AAE0EB9A2}"/>
              </a:ext>
            </a:extLst>
          </p:cNvPr>
          <p:cNvCxnSpPr>
            <a:cxnSpLocks/>
            <a:stCxn id="169" idx="3"/>
          </p:cNvCxnSpPr>
          <p:nvPr/>
        </p:nvCxnSpPr>
        <p:spPr>
          <a:xfrm>
            <a:off x="6216636" y="1649968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de seta reta 293">
            <a:extLst>
              <a:ext uri="{FF2B5EF4-FFF2-40B4-BE49-F238E27FC236}">
                <a16:creationId xmlns:a16="http://schemas.microsoft.com/office/drawing/2014/main" id="{9DB5B74C-B378-42E2-43CE-F5809CD28037}"/>
              </a:ext>
            </a:extLst>
          </p:cNvPr>
          <p:cNvCxnSpPr>
            <a:cxnSpLocks/>
            <a:stCxn id="168" idx="3"/>
          </p:cNvCxnSpPr>
          <p:nvPr/>
        </p:nvCxnSpPr>
        <p:spPr>
          <a:xfrm>
            <a:off x="6216637" y="1962228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de seta reta 294">
            <a:extLst>
              <a:ext uri="{FF2B5EF4-FFF2-40B4-BE49-F238E27FC236}">
                <a16:creationId xmlns:a16="http://schemas.microsoft.com/office/drawing/2014/main" id="{F13AE966-01AD-0E71-2A96-062F422604EF}"/>
              </a:ext>
            </a:extLst>
          </p:cNvPr>
          <p:cNvCxnSpPr>
            <a:cxnSpLocks/>
            <a:stCxn id="167" idx="3"/>
          </p:cNvCxnSpPr>
          <p:nvPr/>
        </p:nvCxnSpPr>
        <p:spPr>
          <a:xfrm flipV="1">
            <a:off x="6216638" y="2274428"/>
            <a:ext cx="1418163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tângulo: Cantos Arredondados 14">
            <a:extLst>
              <a:ext uri="{FF2B5EF4-FFF2-40B4-BE49-F238E27FC236}">
                <a16:creationId xmlns:a16="http://schemas.microsoft.com/office/drawing/2014/main" id="{5DEA5BB8-3572-9238-D6F2-2FE4C0F56ADB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76" name="Conector de seta reta 307">
            <a:extLst>
              <a:ext uri="{FF2B5EF4-FFF2-40B4-BE49-F238E27FC236}">
                <a16:creationId xmlns:a16="http://schemas.microsoft.com/office/drawing/2014/main" id="{8CB2A1F1-DA3C-43E6-D450-E93A9F85F591}"/>
              </a:ext>
            </a:extLst>
          </p:cNvPr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tângulo: Cantos Arredondados 17">
            <a:extLst>
              <a:ext uri="{FF2B5EF4-FFF2-40B4-BE49-F238E27FC236}">
                <a16:creationId xmlns:a16="http://schemas.microsoft.com/office/drawing/2014/main" id="{2A7647CF-7E20-995E-67B8-B47E37C17FFE}"/>
              </a:ext>
            </a:extLst>
          </p:cNvPr>
          <p:cNvSpPr/>
          <p:nvPr/>
        </p:nvSpPr>
        <p:spPr>
          <a:xfrm>
            <a:off x="8653012" y="183495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BY</a:t>
            </a:r>
          </a:p>
        </p:txBody>
      </p:sp>
      <p:sp>
        <p:nvSpPr>
          <p:cNvPr id="178" name="Retângulo: Cantos Arredondados 23">
            <a:extLst>
              <a:ext uri="{FF2B5EF4-FFF2-40B4-BE49-F238E27FC236}">
                <a16:creationId xmlns:a16="http://schemas.microsoft.com/office/drawing/2014/main" id="{C3D11827-C82C-EBC1-58E1-827C314DC468}"/>
              </a:ext>
            </a:extLst>
          </p:cNvPr>
          <p:cNvSpPr/>
          <p:nvPr/>
        </p:nvSpPr>
        <p:spPr>
          <a:xfrm>
            <a:off x="8653011" y="152269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TIT</a:t>
            </a:r>
          </a:p>
        </p:txBody>
      </p:sp>
      <p:cxnSp>
        <p:nvCxnSpPr>
          <p:cNvPr id="179" name="Conector de seta reta 319">
            <a:extLst>
              <a:ext uri="{FF2B5EF4-FFF2-40B4-BE49-F238E27FC236}">
                <a16:creationId xmlns:a16="http://schemas.microsoft.com/office/drawing/2014/main" id="{417B6E0C-E6BA-C904-E3BE-0B0E531A58C1}"/>
              </a:ext>
            </a:extLst>
          </p:cNvPr>
          <p:cNvCxnSpPr>
            <a:stCxn id="178" idx="3"/>
          </p:cNvCxnSpPr>
          <p:nvPr/>
        </p:nvCxnSpPr>
        <p:spPr>
          <a:xfrm>
            <a:off x="9307047" y="162927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de seta reta 320">
            <a:extLst>
              <a:ext uri="{FF2B5EF4-FFF2-40B4-BE49-F238E27FC236}">
                <a16:creationId xmlns:a16="http://schemas.microsoft.com/office/drawing/2014/main" id="{9983DCA0-63B9-D0C8-7B8C-71B3418994C9}"/>
              </a:ext>
            </a:extLst>
          </p:cNvPr>
          <p:cNvCxnSpPr>
            <a:stCxn id="177" idx="3"/>
          </p:cNvCxnSpPr>
          <p:nvPr/>
        </p:nvCxnSpPr>
        <p:spPr>
          <a:xfrm>
            <a:off x="9307048" y="194153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etângulo: Cantos Arredondados 14">
            <a:extLst>
              <a:ext uri="{FF2B5EF4-FFF2-40B4-BE49-F238E27FC236}">
                <a16:creationId xmlns:a16="http://schemas.microsoft.com/office/drawing/2014/main" id="{0FF38A1A-F0AC-EF3D-18B5-813CCC34B06D}"/>
              </a:ext>
            </a:extLst>
          </p:cNvPr>
          <p:cNvSpPr/>
          <p:nvPr/>
        </p:nvSpPr>
        <p:spPr>
          <a:xfrm>
            <a:off x="3886203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82" name="Conector de seta reta 144">
            <a:extLst>
              <a:ext uri="{FF2B5EF4-FFF2-40B4-BE49-F238E27FC236}">
                <a16:creationId xmlns:a16="http://schemas.microsoft.com/office/drawing/2014/main" id="{72D2D0E5-802D-5FC7-F448-CBAC11B40EC6}"/>
              </a:ext>
            </a:extLst>
          </p:cNvPr>
          <p:cNvCxnSpPr/>
          <p:nvPr/>
        </p:nvCxnSpPr>
        <p:spPr>
          <a:xfrm flipH="1" flipV="1">
            <a:off x="1752599" y="3068014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9F69F7DC-DE20-448E-497B-7EC70483C6BA}"/>
              </a:ext>
            </a:extLst>
          </p:cNvPr>
          <p:cNvSpPr txBox="1"/>
          <p:nvPr/>
        </p:nvSpPr>
        <p:spPr>
          <a:xfrm>
            <a:off x="6188587" y="1478433"/>
            <a:ext cx="910800" cy="206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 </a:t>
            </a:r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8D250F04-042A-207C-55EB-6F5A22EA1362}"/>
              </a:ext>
            </a:extLst>
          </p:cNvPr>
          <p:cNvSpPr txBox="1"/>
          <p:nvPr/>
        </p:nvSpPr>
        <p:spPr>
          <a:xfrm>
            <a:off x="6186840" y="1807224"/>
            <a:ext cx="899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TVU</a:t>
            </a:r>
          </a:p>
        </p:txBody>
      </p: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1DB91020-8776-5C56-8024-EB065C136CEE}"/>
              </a:ext>
            </a:extLst>
          </p:cNvPr>
          <p:cNvSpPr txBox="1"/>
          <p:nvPr/>
        </p:nvSpPr>
        <p:spPr>
          <a:xfrm>
            <a:off x="9291084" y="14585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01B49ECE-AF8A-812A-6BE0-8BA308AE5478}"/>
              </a:ext>
            </a:extLst>
          </p:cNvPr>
          <p:cNvSpPr txBox="1"/>
          <p:nvPr/>
        </p:nvSpPr>
        <p:spPr>
          <a:xfrm>
            <a:off x="9296400" y="178569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F6DB15AB-1521-78D5-BEC4-F590105FFB74}"/>
              </a:ext>
            </a:extLst>
          </p:cNvPr>
          <p:cNvSpPr txBox="1"/>
          <p:nvPr/>
        </p:nvSpPr>
        <p:spPr>
          <a:xfrm>
            <a:off x="6302741" y="32390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</a:t>
            </a:r>
          </a:p>
        </p:txBody>
      </p:sp>
      <p:sp>
        <p:nvSpPr>
          <p:cNvPr id="204" name="Retângulo: Cantos Arredondados 17">
            <a:extLst>
              <a:ext uri="{FF2B5EF4-FFF2-40B4-BE49-F238E27FC236}">
                <a16:creationId xmlns:a16="http://schemas.microsoft.com/office/drawing/2014/main" id="{4EB01FD9-3498-4F3D-A5A4-B7CF0C237485}"/>
              </a:ext>
            </a:extLst>
          </p:cNvPr>
          <p:cNvSpPr/>
          <p:nvPr/>
        </p:nvSpPr>
        <p:spPr>
          <a:xfrm>
            <a:off x="8653011" y="215194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205" name="Conector de seta reta 197">
            <a:extLst>
              <a:ext uri="{FF2B5EF4-FFF2-40B4-BE49-F238E27FC236}">
                <a16:creationId xmlns:a16="http://schemas.microsoft.com/office/drawing/2014/main" id="{69099A79-5F76-8EF4-845F-30DA8FE0CDEC}"/>
              </a:ext>
            </a:extLst>
          </p:cNvPr>
          <p:cNvCxnSpPr>
            <a:stCxn id="204" idx="2"/>
          </p:cNvCxnSpPr>
          <p:nvPr/>
        </p:nvCxnSpPr>
        <p:spPr>
          <a:xfrm flipH="1">
            <a:off x="8971384" y="23651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CaixaDeTexto 205">
            <a:extLst>
              <a:ext uri="{FF2B5EF4-FFF2-40B4-BE49-F238E27FC236}">
                <a16:creationId xmlns:a16="http://schemas.microsoft.com/office/drawing/2014/main" id="{B400E0AF-07C8-15D8-2941-5987BCC1248F}"/>
              </a:ext>
            </a:extLst>
          </p:cNvPr>
          <p:cNvSpPr txBox="1"/>
          <p:nvPr/>
        </p:nvSpPr>
        <p:spPr>
          <a:xfrm>
            <a:off x="8714387" y="26755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208" name="Retângulo: Cantos Arredondados 23">
            <a:extLst>
              <a:ext uri="{FF2B5EF4-FFF2-40B4-BE49-F238E27FC236}">
                <a16:creationId xmlns:a16="http://schemas.microsoft.com/office/drawing/2014/main" id="{17589C44-E43B-ECB2-8AE9-2FD685928AEA}"/>
              </a:ext>
            </a:extLst>
          </p:cNvPr>
          <p:cNvSpPr/>
          <p:nvPr/>
        </p:nvSpPr>
        <p:spPr>
          <a:xfrm>
            <a:off x="4228498" y="428435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sp>
        <p:nvSpPr>
          <p:cNvPr id="209" name="Retângulo: Cantos Arredondados 63">
            <a:extLst>
              <a:ext uri="{FF2B5EF4-FFF2-40B4-BE49-F238E27FC236}">
                <a16:creationId xmlns:a16="http://schemas.microsoft.com/office/drawing/2014/main" id="{308638AD-8CB8-58F3-DC27-88A27DBC3FC2}"/>
              </a:ext>
            </a:extLst>
          </p:cNvPr>
          <p:cNvSpPr/>
          <p:nvPr/>
        </p:nvSpPr>
        <p:spPr>
          <a:xfrm>
            <a:off x="3269518" y="4266694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RCE </a:t>
            </a:r>
          </a:p>
        </p:txBody>
      </p:sp>
      <p:cxnSp>
        <p:nvCxnSpPr>
          <p:cNvPr id="210" name="Conector de seta reta 260">
            <a:extLst>
              <a:ext uri="{FF2B5EF4-FFF2-40B4-BE49-F238E27FC236}">
                <a16:creationId xmlns:a16="http://schemas.microsoft.com/office/drawing/2014/main" id="{CF7B4FFF-F46D-E8D7-4FC4-D89036A74DCC}"/>
              </a:ext>
            </a:extLst>
          </p:cNvPr>
          <p:cNvCxnSpPr>
            <a:stCxn id="208" idx="3"/>
          </p:cNvCxnSpPr>
          <p:nvPr/>
        </p:nvCxnSpPr>
        <p:spPr>
          <a:xfrm>
            <a:off x="4882533" y="439092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tângulo: Cantos Arredondados 23">
            <a:extLst>
              <a:ext uri="{FF2B5EF4-FFF2-40B4-BE49-F238E27FC236}">
                <a16:creationId xmlns:a16="http://schemas.microsoft.com/office/drawing/2014/main" id="{E8727498-DF5F-CAA3-3EA6-F1E61B636463}"/>
              </a:ext>
            </a:extLst>
          </p:cNvPr>
          <p:cNvSpPr/>
          <p:nvPr/>
        </p:nvSpPr>
        <p:spPr>
          <a:xfrm>
            <a:off x="4228497" y="458647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cxnSp>
        <p:nvCxnSpPr>
          <p:cNvPr id="212" name="Conector de seta reta 151">
            <a:extLst>
              <a:ext uri="{FF2B5EF4-FFF2-40B4-BE49-F238E27FC236}">
                <a16:creationId xmlns:a16="http://schemas.microsoft.com/office/drawing/2014/main" id="{27767BA8-0866-31CC-6BA1-C11A50023877}"/>
              </a:ext>
            </a:extLst>
          </p:cNvPr>
          <p:cNvCxnSpPr/>
          <p:nvPr/>
        </p:nvCxnSpPr>
        <p:spPr>
          <a:xfrm flipV="1">
            <a:off x="4890646" y="4688094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tângulo: Cantos Arredondados 63">
            <a:extLst>
              <a:ext uri="{FF2B5EF4-FFF2-40B4-BE49-F238E27FC236}">
                <a16:creationId xmlns:a16="http://schemas.microsoft.com/office/drawing/2014/main" id="{27AF8D55-BC15-1DF6-2837-15E9E6DBB14B}"/>
              </a:ext>
            </a:extLst>
          </p:cNvPr>
          <p:cNvSpPr/>
          <p:nvPr/>
        </p:nvSpPr>
        <p:spPr>
          <a:xfrm>
            <a:off x="5812479" y="4261479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14" name="Retângulo: Cantos Arredondados 63">
            <a:extLst>
              <a:ext uri="{FF2B5EF4-FFF2-40B4-BE49-F238E27FC236}">
                <a16:creationId xmlns:a16="http://schemas.microsoft.com/office/drawing/2014/main" id="{E2C795D8-2639-EBE5-F66C-0C01F98AC03A}"/>
              </a:ext>
            </a:extLst>
          </p:cNvPr>
          <p:cNvSpPr/>
          <p:nvPr/>
        </p:nvSpPr>
        <p:spPr>
          <a:xfrm>
            <a:off x="839513" y="426847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RCE</a:t>
            </a:r>
          </a:p>
        </p:txBody>
      </p:sp>
      <p:sp>
        <p:nvSpPr>
          <p:cNvPr id="215" name="Retângulo: Cantos Arredondados 23">
            <a:extLst>
              <a:ext uri="{FF2B5EF4-FFF2-40B4-BE49-F238E27FC236}">
                <a16:creationId xmlns:a16="http://schemas.microsoft.com/office/drawing/2014/main" id="{A4330B95-3A4E-F303-B158-1593D48DD2E8}"/>
              </a:ext>
            </a:extLst>
          </p:cNvPr>
          <p:cNvSpPr/>
          <p:nvPr/>
        </p:nvSpPr>
        <p:spPr>
          <a:xfrm>
            <a:off x="2567746" y="42803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sp>
        <p:nvSpPr>
          <p:cNvPr id="216" name="Retângulo: Cantos Arredondados 23">
            <a:extLst>
              <a:ext uri="{FF2B5EF4-FFF2-40B4-BE49-F238E27FC236}">
                <a16:creationId xmlns:a16="http://schemas.microsoft.com/office/drawing/2014/main" id="{EAF28980-C36C-DAC2-0BE2-6986A4178954}"/>
              </a:ext>
            </a:extLst>
          </p:cNvPr>
          <p:cNvSpPr/>
          <p:nvPr/>
        </p:nvSpPr>
        <p:spPr>
          <a:xfrm>
            <a:off x="2575858" y="458275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cxnSp>
        <p:nvCxnSpPr>
          <p:cNvPr id="217" name="Conector de seta reta 3">
            <a:extLst>
              <a:ext uri="{FF2B5EF4-FFF2-40B4-BE49-F238E27FC236}">
                <a16:creationId xmlns:a16="http://schemas.microsoft.com/office/drawing/2014/main" id="{153523F8-7FCE-DED8-70C1-EB4CD5FEB082}"/>
              </a:ext>
            </a:extLst>
          </p:cNvPr>
          <p:cNvCxnSpPr>
            <a:cxnSpLocks/>
            <a:stCxn id="215" idx="1"/>
          </p:cNvCxnSpPr>
          <p:nvPr/>
        </p:nvCxnSpPr>
        <p:spPr>
          <a:xfrm flipH="1" flipV="1">
            <a:off x="1743537" y="4385092"/>
            <a:ext cx="824209" cy="1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de seta reta 6">
            <a:extLst>
              <a:ext uri="{FF2B5EF4-FFF2-40B4-BE49-F238E27FC236}">
                <a16:creationId xmlns:a16="http://schemas.microsoft.com/office/drawing/2014/main" id="{E86D3A07-7644-9E2B-F5B5-B7E67F4EC787}"/>
              </a:ext>
            </a:extLst>
          </p:cNvPr>
          <p:cNvCxnSpPr>
            <a:cxnSpLocks/>
            <a:stCxn id="216" idx="1"/>
          </p:cNvCxnSpPr>
          <p:nvPr/>
        </p:nvCxnSpPr>
        <p:spPr>
          <a:xfrm flipH="1">
            <a:off x="1751650" y="4689330"/>
            <a:ext cx="82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tângulo: Cantos Arredondados 63">
            <a:extLst>
              <a:ext uri="{FF2B5EF4-FFF2-40B4-BE49-F238E27FC236}">
                <a16:creationId xmlns:a16="http://schemas.microsoft.com/office/drawing/2014/main" id="{175949A0-C50C-DE19-EFA3-B2076D009DC7}"/>
              </a:ext>
            </a:extLst>
          </p:cNvPr>
          <p:cNvSpPr/>
          <p:nvPr/>
        </p:nvSpPr>
        <p:spPr>
          <a:xfrm>
            <a:off x="8133599" y="4286928"/>
            <a:ext cx="867145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20" name="Retângulo: Cantos Arredondados 23">
            <a:extLst>
              <a:ext uri="{FF2B5EF4-FFF2-40B4-BE49-F238E27FC236}">
                <a16:creationId xmlns:a16="http://schemas.microsoft.com/office/drawing/2014/main" id="{13269349-C143-38F3-5743-22425408CFF9}"/>
              </a:ext>
            </a:extLst>
          </p:cNvPr>
          <p:cNvSpPr/>
          <p:nvPr/>
        </p:nvSpPr>
        <p:spPr>
          <a:xfrm>
            <a:off x="6765574" y="4286928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cxnSp>
        <p:nvCxnSpPr>
          <p:cNvPr id="221" name="Conector de seta reta 212">
            <a:extLst>
              <a:ext uri="{FF2B5EF4-FFF2-40B4-BE49-F238E27FC236}">
                <a16:creationId xmlns:a16="http://schemas.microsoft.com/office/drawing/2014/main" id="{153A529C-38F4-A04E-028C-25CDC7B4DD07}"/>
              </a:ext>
            </a:extLst>
          </p:cNvPr>
          <p:cNvCxnSpPr>
            <a:cxnSpLocks/>
          </p:cNvCxnSpPr>
          <p:nvPr/>
        </p:nvCxnSpPr>
        <p:spPr>
          <a:xfrm flipV="1">
            <a:off x="7413574" y="4394461"/>
            <a:ext cx="720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E36AA37F-EE07-05E9-28C3-EF74BACA7F87}"/>
              </a:ext>
            </a:extLst>
          </p:cNvPr>
          <p:cNvSpPr txBox="1"/>
          <p:nvPr/>
        </p:nvSpPr>
        <p:spPr>
          <a:xfrm>
            <a:off x="4843448" y="422178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23" name="CaixaDeTexto 222">
            <a:extLst>
              <a:ext uri="{FF2B5EF4-FFF2-40B4-BE49-F238E27FC236}">
                <a16:creationId xmlns:a16="http://schemas.microsoft.com/office/drawing/2014/main" id="{C56F311B-D072-305A-511C-6A3786FE0CD2}"/>
              </a:ext>
            </a:extLst>
          </p:cNvPr>
          <p:cNvSpPr txBox="1"/>
          <p:nvPr/>
        </p:nvSpPr>
        <p:spPr>
          <a:xfrm>
            <a:off x="4843448" y="454163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24" name="CaixaDeTexto 223">
            <a:extLst>
              <a:ext uri="{FF2B5EF4-FFF2-40B4-BE49-F238E27FC236}">
                <a16:creationId xmlns:a16="http://schemas.microsoft.com/office/drawing/2014/main" id="{845791E0-5A99-4593-C8DB-BFE08D2A5134}"/>
              </a:ext>
            </a:extLst>
          </p:cNvPr>
          <p:cNvSpPr txBox="1"/>
          <p:nvPr/>
        </p:nvSpPr>
        <p:spPr>
          <a:xfrm>
            <a:off x="7368443" y="422499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EVENTUAL</a:t>
            </a:r>
          </a:p>
        </p:txBody>
      </p:sp>
    </p:spTree>
    <p:extLst>
      <p:ext uri="{BB962C8B-B14F-4D97-AF65-F5344CB8AC3E}">
        <p14:creationId xmlns:p14="http://schemas.microsoft.com/office/powerpoint/2010/main" val="3801689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3336-E4B9-857C-2234-9792C740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17258F-6DFF-8D7B-DE79-C6F31E622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1F9BA667-6D8E-AEBA-2E00-D90F7C90F551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33D2721A-2591-900A-EF3B-7F4760D8D2BC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IONxJB</a:t>
            </a: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 (JUNGLE FIGHT)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07B4713-D6E6-BFDF-2D1C-86F8FD46BFEB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C9CEBAA3-6B94-357C-E2B5-6D17B8FCAC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E63C8345-C0D1-0E57-D42D-28264FDEAF19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8FBCF7EA-24D6-92BC-3BE6-5B6EDD76CD4B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2506F6C-E19F-08AD-0F92-222B34CFCD2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1F3FC010-7FAF-2219-974F-605E154B7A1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45DC6AC4-C2F6-3F94-FFE7-11AC2E997B99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JB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CAD8A00F-769D-850C-6265-14902204897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D3AB7B5D-F43F-6B57-D59A-36D031F3DB1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AD7D4599-87E0-FE6E-24D1-5B566C635C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FACFB98D-307D-231C-CD78-E11DC51AA0B7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132BB28B-B07F-FE97-C7A5-3414FD42FD0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F51F319E-104A-F393-5B08-9BF2B25442B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D83FADCA-CE1A-01A9-1629-D40AFC41976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0B8664D4-4E3A-6A27-61B8-42F0BDA3841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8427173A-0ABB-88FD-6606-4A56A6E82D5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B095386F-2DCB-7E6E-5AD4-0B603ECCEF5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4018C9F-3430-0538-8F9C-2C62641C7DA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FB22F461-8C71-B0D1-AEA6-7475FA1EC9E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06075CF3-06F3-CF91-9F22-333D59F5F39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F20CC2E2-022A-0706-CDFA-431B83801D07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EFA0C16-AA84-94F5-3249-0659E3608D95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BB16964-3500-F1D9-DEE8-A44F6CBA65C9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66EBC83-74D6-9342-A8EE-1E399F308192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E85DA08E-089D-6B21-0175-556EDEF2FD31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08E39C20-048D-0020-7D5B-3F1A5782F8AD}"/>
              </a:ext>
            </a:extLst>
          </p:cNvPr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8F4B4330-A1B3-E723-CA8C-2DE6CCBCE898}"/>
              </a:ext>
            </a:extLst>
          </p:cNvPr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C64953F0-9E7B-2B9B-BCF7-5963987F5720}"/>
              </a:ext>
            </a:extLst>
          </p:cNvPr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E1D6A5AE-A41F-0899-C182-DBD39952E465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E92C6A7E-0F64-D5AE-B51C-10425C8F53B5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DA4A4108-EFC8-A932-382B-3B134F892AE9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936F646B-EB84-8B15-74EA-BEADF2AF3ECD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D4D8C7B5-B159-1F0F-740F-9DE5795DB32B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3FE6E727-E226-050C-298D-523EE6CAE6FA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B091E986-EF1C-FF47-B61A-1BF4615466A5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835E0CFC-5EE1-2993-E3C6-6D1D65E0415B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40E9786A-B0FB-992B-BC2A-8708B2F47348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DE476E42-3D46-E702-C52A-990181F282D3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8CAEB314-C190-AA7D-372B-BC61DD6A43C9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C86AE730-2F1A-6C03-A205-BF50646957C2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FCE89340-883E-7638-923C-5CFA4445253A}"/>
              </a:ext>
            </a:extLst>
          </p:cNvPr>
          <p:cNvSpPr/>
          <p:nvPr/>
        </p:nvSpPr>
        <p:spPr>
          <a:xfrm>
            <a:off x="5579478" y="2110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386F3AE7-72DF-7FF4-F124-1644F3EAFF3A}"/>
              </a:ext>
            </a:extLst>
          </p:cNvPr>
          <p:cNvSpPr/>
          <p:nvPr/>
        </p:nvSpPr>
        <p:spPr>
          <a:xfrm>
            <a:off x="5579476" y="18090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C0088D43-9E4A-7FAF-9102-342728BB1835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B536CE78-9606-2777-A211-48D51A557470}"/>
              </a:ext>
            </a:extLst>
          </p:cNvPr>
          <p:cNvCxnSpPr>
            <a:cxnSpLocks/>
          </p:cNvCxnSpPr>
          <p:nvPr/>
        </p:nvCxnSpPr>
        <p:spPr>
          <a:xfrm>
            <a:off x="6235404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33D4436D-5BEE-A146-E6A2-86E2D34AD877}"/>
              </a:ext>
            </a:extLst>
          </p:cNvPr>
          <p:cNvCxnSpPr>
            <a:cxnSpLocks/>
          </p:cNvCxnSpPr>
          <p:nvPr/>
        </p:nvCxnSpPr>
        <p:spPr>
          <a:xfrm>
            <a:off x="6226105" y="191566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1DD55C3A-E8F9-C829-74DD-D9CCD12E8AD2}"/>
              </a:ext>
            </a:extLst>
          </p:cNvPr>
          <p:cNvCxnSpPr>
            <a:cxnSpLocks/>
          </p:cNvCxnSpPr>
          <p:nvPr/>
        </p:nvCxnSpPr>
        <p:spPr>
          <a:xfrm>
            <a:off x="6226205" y="221717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CA6094A0-0B58-1965-00F6-C6F209854FE8}"/>
              </a:ext>
            </a:extLst>
          </p:cNvPr>
          <p:cNvSpPr/>
          <p:nvPr/>
        </p:nvSpPr>
        <p:spPr>
          <a:xfrm>
            <a:off x="5579676" y="27136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3895E2D2-40A3-17C8-4020-DBC11646CA25}"/>
              </a:ext>
            </a:extLst>
          </p:cNvPr>
          <p:cNvSpPr/>
          <p:nvPr/>
        </p:nvSpPr>
        <p:spPr>
          <a:xfrm>
            <a:off x="5579675" y="24121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02C4D85D-5299-1D7B-BE0C-FB5EE83819EE}"/>
              </a:ext>
            </a:extLst>
          </p:cNvPr>
          <p:cNvCxnSpPr>
            <a:cxnSpLocks/>
          </p:cNvCxnSpPr>
          <p:nvPr/>
        </p:nvCxnSpPr>
        <p:spPr>
          <a:xfrm flipV="1">
            <a:off x="6226205" y="250208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B91E7A1F-D9C9-BD0E-8863-5CCC786B997F}"/>
              </a:ext>
            </a:extLst>
          </p:cNvPr>
          <p:cNvCxnSpPr>
            <a:cxnSpLocks/>
          </p:cNvCxnSpPr>
          <p:nvPr/>
        </p:nvCxnSpPr>
        <p:spPr>
          <a:xfrm flipV="1">
            <a:off x="6226205" y="2805202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5BDD9B79-1D66-1521-A44F-7B69F044664A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733FA392-E29E-393C-F4F0-3A22AC3B6816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8BFECD66-F1CC-37FB-E762-BCAD3A4F89E6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68DC7BD5-6CA3-8F13-A8E9-A9BAFF31D650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>
            <a:extLst>
              <a:ext uri="{FF2B5EF4-FFF2-40B4-BE49-F238E27FC236}">
                <a16:creationId xmlns:a16="http://schemas.microsoft.com/office/drawing/2014/main" id="{2778C3EE-0217-89E9-3391-39D7B33C389F}"/>
              </a:ext>
            </a:extLst>
          </p:cNvPr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60E0517F-D656-4E37-7201-6D22EAF57086}"/>
              </a:ext>
            </a:extLst>
          </p:cNvPr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693BAB66-9760-9254-AFA1-24ABA8474681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E1ECE31C-571A-FF27-4A77-AF748543476E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F6A02F3F-18A8-1D60-9D40-D08F8F61F428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345" name="Conector de seta reta 344">
            <a:extLst>
              <a:ext uri="{FF2B5EF4-FFF2-40B4-BE49-F238E27FC236}">
                <a16:creationId xmlns:a16="http://schemas.microsoft.com/office/drawing/2014/main" id="{68E82C1B-AA2E-3F52-8B60-92A97D7C3C78}"/>
              </a:ext>
            </a:extLst>
          </p:cNvPr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93B31335-5D6E-8EDA-3F46-E070AB904043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>
            <a:extLst>
              <a:ext uri="{FF2B5EF4-FFF2-40B4-BE49-F238E27FC236}">
                <a16:creationId xmlns:a16="http://schemas.microsoft.com/office/drawing/2014/main" id="{E2E76F73-8040-65FC-F887-14FF95A7A7C1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9DEF013B-5817-1DB7-7675-75AAD81A47FE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C758451A-B97A-228B-5A8D-AE358163230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2518A87E-BE62-3E5F-40C8-E459F9C48A7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B46C39E3-E88A-6027-7516-67B4883E5BD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2D7E38AE-5C33-A243-0E00-8357621BA112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1FE7F319-442C-AA6C-1E73-B7DC76C93671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56CE52E4-9F19-5BCC-C079-8D501E0029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83B16EB6-BA6C-430B-B531-9ACDB79BFBE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83F23E63-65FE-540D-C484-B8258F14152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11351B4A-0D12-8EEB-2C6E-FFE36FCC513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071900C1-BED0-7800-9311-987318DA436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8A0ED60B-B3A2-78A6-08EE-138D722105A7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5A342D47-7356-A2EC-70BC-2A18D2E65B1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880AAAA7-D599-9C35-5F03-BA6FC0C0782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EBC82CE1-1673-F30A-B23B-C60C922D82A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A601B609-A182-660B-4DA2-3EFCB624F68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83EA38D5-5E2B-83A8-9F03-FA5B07F624A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F1FF9A13-FD2D-5B5A-CFBC-A17E3CA51049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E07DB0CF-6E21-8BE8-4AAA-E55397DFC72E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1EA1F224-5334-E07D-9E47-86A5973560B8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059FC9B4-657E-9A33-9089-1E332B2D0EB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33D17227-6029-2709-A4FB-8BD868D7B13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A565B409-E3A8-2AF1-167F-8668FC15ECC7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C35C63A2-97D9-6A3D-5D90-E51D402C580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CA4DE84F-8140-F5D9-DC99-67A2BDC34C9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305D3F5D-DE95-0BCE-8490-6536D299BF4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05FB87DF-6B14-681C-1AB1-6026D9EB909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3C50FA07-F2DD-641B-F7C9-F273D7CB8F4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D7C56C3D-05BD-D602-0501-EABDA1B39C0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1F1BCC26-04E7-E4CD-F1D9-9A57B7637862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53365185-1BE5-246A-A59F-D7BF5B5AC75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E8414377-CFF5-03B9-FE1B-31739E2796D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8C56EDF6-AF2E-D3B7-D920-F319942D1C5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94F21557-D5CF-71C4-808B-4AA3732E687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427243ED-6271-E3B5-8BA4-D7CA07C0FF9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B584F1D8-CDB5-47C8-86EA-C79FCBC24F2F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A65E7275-8BD7-0D30-6B4E-91873CE73EF7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29E72EA6-A7A2-7A0D-D8FC-E8816D24B166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06AFF43E-E380-BCA5-D791-C65ABF1E8B3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11FD4998-F316-388A-1629-10AF05FED57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C470B9D8-3361-86B7-EB17-CE2675B2E960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B26DE373-B792-0670-6C9C-2FF97423229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A81A4BA3-FD39-6E15-5510-5626C6AA4BB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4A2E892F-31E7-E3A2-CF37-B6772E147CA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EF84C3B1-D16A-3751-40A4-6B5AEBF6D080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2CB8C554-2025-DE1D-94B1-83757C33F9D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B0A93084-292A-A839-CF15-433A4C743CD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BAE710B2-BB9F-19A3-30AB-C15B8880ACA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012484C3-B395-B684-98C2-A4750ED7A89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D850ACF3-6D27-A3CD-0DE5-906AAC6A1A2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1F16A355-64C1-6564-A9D3-67493BE6CB1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631FB1B0-F169-34E5-B158-6F0ADFBD3F5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7CB7DF15-3FC6-F5B7-8233-EBAE91997B9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183D31C6-861E-1CAE-6BEB-9108812AF4DD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3B3B72AB-BF97-2B8F-7AA9-58658E546E5B}"/>
              </a:ext>
            </a:extLst>
          </p:cNvPr>
          <p:cNvSpPr/>
          <p:nvPr/>
        </p:nvSpPr>
        <p:spPr>
          <a:xfrm>
            <a:off x="1779051" y="47165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+ILUM-GE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D6D51BA5-9B70-03E0-AB53-690C5DD07168}"/>
              </a:ext>
            </a:extLst>
          </p:cNvPr>
          <p:cNvSpPr/>
          <p:nvPr/>
        </p:nvSpPr>
        <p:spPr>
          <a:xfrm>
            <a:off x="1779049" y="44676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+CAM-GE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6D2B2BA5-C677-7494-B893-3066840636D6}"/>
              </a:ext>
            </a:extLst>
          </p:cNvPr>
          <p:cNvCxnSpPr>
            <a:stCxn id="150" idx="3"/>
          </p:cNvCxnSpPr>
          <p:nvPr/>
        </p:nvCxnSpPr>
        <p:spPr>
          <a:xfrm flipV="1">
            <a:off x="2433085" y="456444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B42CECB5-B915-223A-7A2C-EB006CAAA4CF}"/>
              </a:ext>
            </a:extLst>
          </p:cNvPr>
          <p:cNvCxnSpPr>
            <a:stCxn id="149" idx="3"/>
          </p:cNvCxnSpPr>
          <p:nvPr/>
        </p:nvCxnSpPr>
        <p:spPr>
          <a:xfrm flipV="1">
            <a:off x="2433085" y="4823046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802BF5F-8CF5-D835-741E-9A5270E45062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C89C33DD-659D-B484-1351-9495C2AF88A4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E343B8EA-08A1-11C6-6F2F-45B4B9EDD4DE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38C36-2582-F599-CD5F-0BB149F59BD7}"/>
              </a:ext>
            </a:extLst>
          </p:cNvPr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09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4983FE11-D410-D2EF-165B-1DE969AA6FEA}"/>
              </a:ext>
            </a:extLst>
          </p:cNvPr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A7FB2DFD-5D03-7EC5-2E14-C54FDD1E8B10}"/>
              </a:ext>
            </a:extLst>
          </p:cNvPr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A07F5B82-0445-DAB8-1C4E-8BC6172F16CB}"/>
              </a:ext>
            </a:extLst>
          </p:cNvPr>
          <p:cNvSpPr txBox="1"/>
          <p:nvPr/>
        </p:nvSpPr>
        <p:spPr>
          <a:xfrm>
            <a:off x="2646181" y="285636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9B5580D1-B549-2256-F6ED-04BA38EEE495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99682E22-A939-13B4-98F2-DA95CFE74FC3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A7CBA7BE-7287-0C31-4B31-FB8AD30E651D}"/>
              </a:ext>
            </a:extLst>
          </p:cNvPr>
          <p:cNvSpPr txBox="1"/>
          <p:nvPr/>
        </p:nvSpPr>
        <p:spPr>
          <a:xfrm>
            <a:off x="2444874" y="44072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C214D4F4-86B1-2EB2-B9F5-85663ACD956E}"/>
              </a:ext>
            </a:extLst>
          </p:cNvPr>
          <p:cNvSpPr txBox="1"/>
          <p:nvPr/>
        </p:nvSpPr>
        <p:spPr>
          <a:xfrm>
            <a:off x="2441696" y="46712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4D95BE45-395E-A4C1-0788-F94D3FD2BA45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8508EFAE-FE0A-FC21-0F15-D71EE450049A}"/>
              </a:ext>
            </a:extLst>
          </p:cNvPr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REMOTE/IFB</a:t>
            </a: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6F4BD492-AFC7-6C51-E429-6BE0E14707D0}"/>
              </a:ext>
            </a:extLst>
          </p:cNvPr>
          <p:cNvSpPr txBox="1"/>
          <p:nvPr/>
        </p:nvSpPr>
        <p:spPr>
          <a:xfrm>
            <a:off x="6475541" y="5851560"/>
            <a:ext cx="6143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4451AEE8-64AC-7E9E-076B-D99CE0702BFE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F434709E-73DC-EA66-91F1-7250510F44A8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B25005A-C0FE-547C-C4DF-69649813E927}"/>
              </a:ext>
            </a:extLst>
          </p:cNvPr>
          <p:cNvSpPr/>
          <p:nvPr/>
        </p:nvSpPr>
        <p:spPr>
          <a:xfrm>
            <a:off x="1786179" y="24344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104707A0-14D9-C3C6-97A3-7EAE7C42C67B}"/>
              </a:ext>
            </a:extLst>
          </p:cNvPr>
          <p:cNvCxnSpPr>
            <a:stCxn id="17" idx="3"/>
          </p:cNvCxnSpPr>
          <p:nvPr/>
        </p:nvCxnSpPr>
        <p:spPr>
          <a:xfrm flipV="1">
            <a:off x="2440213" y="2541011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07C50C5-52FA-7F8C-65D9-888DE25D9868}"/>
              </a:ext>
            </a:extLst>
          </p:cNvPr>
          <p:cNvSpPr txBox="1"/>
          <p:nvPr/>
        </p:nvSpPr>
        <p:spPr>
          <a:xfrm>
            <a:off x="2441738" y="2377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E6A8E2D9-1AEA-AD85-C9FE-3C98D7B59203}"/>
              </a:ext>
            </a:extLst>
          </p:cNvPr>
          <p:cNvSpPr/>
          <p:nvPr/>
        </p:nvSpPr>
        <p:spPr>
          <a:xfrm>
            <a:off x="5564662" y="30151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1FC40A2D-4B37-4F78-8B67-9DA1FCD5216C}"/>
              </a:ext>
            </a:extLst>
          </p:cNvPr>
          <p:cNvCxnSpPr>
            <a:cxnSpLocks/>
          </p:cNvCxnSpPr>
          <p:nvPr/>
        </p:nvCxnSpPr>
        <p:spPr>
          <a:xfrm>
            <a:off x="62262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835E0CFC-5EE1-2993-E3C6-6D1D65E0415B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40E9786A-B0FB-992B-BC2A-8708B2F47348}"/>
              </a:ext>
            </a:extLst>
          </p:cNvPr>
          <p:cNvCxnSpPr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835E0CFC-5EE1-2993-E3C6-6D1D65E0415B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40E9786A-B0FB-992B-BC2A-8708B2F47348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4D95BE45-395E-A4C1-0788-F94D3FD2BA45}"/>
              </a:ext>
            </a:extLst>
          </p:cNvPr>
          <p:cNvSpPr txBox="1"/>
          <p:nvPr/>
        </p:nvSpPr>
        <p:spPr>
          <a:xfrm>
            <a:off x="3199847" y="54341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4D95BE45-395E-A4C1-0788-F94D3FD2BA45}"/>
              </a:ext>
            </a:extLst>
          </p:cNvPr>
          <p:cNvSpPr txBox="1"/>
          <p:nvPr/>
        </p:nvSpPr>
        <p:spPr>
          <a:xfrm>
            <a:off x="3199847" y="567595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2" name="Retângulo: Cantos Arredondados 14">
            <a:extLst>
              <a:ext uri="{FF2B5EF4-FFF2-40B4-BE49-F238E27FC236}">
                <a16:creationId xmlns:a16="http://schemas.microsoft.com/office/drawing/2014/main" id="{835E0CFC-5EE1-2993-E3C6-6D1D65E0415B}"/>
              </a:ext>
            </a:extLst>
          </p:cNvPr>
          <p:cNvSpPr/>
          <p:nvPr/>
        </p:nvSpPr>
        <p:spPr>
          <a:xfrm>
            <a:off x="3870320" y="524065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MUX AUX TELAO*</a:t>
            </a:r>
          </a:p>
        </p:txBody>
      </p: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40E9786A-B0FB-992B-BC2A-8708B2F47348}"/>
              </a:ext>
            </a:extLst>
          </p:cNvPr>
          <p:cNvCxnSpPr>
            <a:stCxn id="172" idx="1"/>
          </p:cNvCxnSpPr>
          <p:nvPr/>
        </p:nvCxnSpPr>
        <p:spPr>
          <a:xfrm flipH="1">
            <a:off x="1691425" y="534723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4D95BE45-395E-A4C1-0788-F94D3FD2BA45}"/>
              </a:ext>
            </a:extLst>
          </p:cNvPr>
          <p:cNvSpPr txBox="1"/>
          <p:nvPr/>
        </p:nvSpPr>
        <p:spPr>
          <a:xfrm>
            <a:off x="3193497" y="51865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err="1"/>
              <a:t>MxCOM</a:t>
            </a:r>
            <a:endParaRPr lang="pt-BR" sz="700"/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93B31335-5D6E-8EDA-3F46-E070AB904043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TALKBACK</a:t>
            </a: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E2E76F73-8040-65FC-F887-14FF95A7A7C1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6F4BD492-AFC7-6C51-E429-6BE0E14707D0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183" name="Retângulo: Cantos Arredondados 14">
            <a:extLst>
              <a:ext uri="{FF2B5EF4-FFF2-40B4-BE49-F238E27FC236}">
                <a16:creationId xmlns:a16="http://schemas.microsoft.com/office/drawing/2014/main" id="{93B31335-5D6E-8EDA-3F46-E070AB904043}"/>
              </a:ext>
            </a:extLst>
          </p:cNvPr>
          <p:cNvSpPr/>
          <p:nvPr/>
        </p:nvSpPr>
        <p:spPr>
          <a:xfrm>
            <a:off x="6989145" y="541817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FOLDBACK</a:t>
            </a:r>
          </a:p>
        </p:txBody>
      </p:sp>
      <p:cxnSp>
        <p:nvCxnSpPr>
          <p:cNvPr id="184" name="Conector de seta reta 183">
            <a:extLst>
              <a:ext uri="{FF2B5EF4-FFF2-40B4-BE49-F238E27FC236}">
                <a16:creationId xmlns:a16="http://schemas.microsoft.com/office/drawing/2014/main" id="{E2E76F73-8040-65FC-F887-14FF95A7A7C1}"/>
              </a:ext>
            </a:extLst>
          </p:cNvPr>
          <p:cNvCxnSpPr/>
          <p:nvPr/>
        </p:nvCxnSpPr>
        <p:spPr>
          <a:xfrm flipH="1" flipV="1">
            <a:off x="5495186" y="5523279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6F4BD492-AFC7-6C51-E429-6BE0E14707D0}"/>
              </a:ext>
            </a:extLst>
          </p:cNvPr>
          <p:cNvSpPr txBox="1"/>
          <p:nvPr/>
        </p:nvSpPr>
        <p:spPr>
          <a:xfrm>
            <a:off x="6484327" y="5363343"/>
            <a:ext cx="6055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4" name="Retângulo 3"/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9038" y="6339346"/>
            <a:ext cx="3961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*</a:t>
            </a:r>
            <a:r>
              <a:rPr lang="pt-BR" sz="800" err="1"/>
              <a:t>Talkback</a:t>
            </a:r>
            <a:r>
              <a:rPr lang="pt-BR" sz="800"/>
              <a:t> (ch1), </a:t>
            </a:r>
            <a:r>
              <a:rPr lang="pt-BR" sz="800" err="1"/>
              <a:t>Foldback</a:t>
            </a:r>
            <a:r>
              <a:rPr lang="pt-BR" sz="800"/>
              <a:t> (ch2), Ponto 1(ch3) e Ponto 2 (ch4)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tângulo: Cantos Arredondados 14">
                <a:extLst>
                  <a:ext uri="{FF2B5EF4-FFF2-40B4-BE49-F238E27FC236}">
                    <a16:creationId xmlns:a16="http://schemas.microsoft.com/office/drawing/2014/main" id="{DEA0F378-CFC5-74A2-BB28-D54B4F92CFCD}"/>
                  </a:ext>
                </a:extLst>
              </p:cNvPr>
              <p:cNvSpPr/>
              <p:nvPr/>
            </p:nvSpPr>
            <p:spPr>
              <a:xfrm>
                <a:off x="1785147" y="4969514"/>
                <a:ext cx="654035" cy="213151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0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7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7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COORD</m:t>
                        </m:r>
                      </m:e>
                      <m:sup>
                        <m:r>
                          <a:rPr lang="pt-BR" sz="7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700">
                    <a:solidFill>
                      <a:schemeClr val="tx1"/>
                    </a:solidFill>
                  </a:rPr>
                  <a:t>I</a:t>
                </a:r>
              </a:p>
            </p:txBody>
          </p:sp>
        </mc:Choice>
        <mc:Fallback>
          <p:sp>
            <p:nvSpPr>
              <p:cNvPr id="8" name="Retângulo: Cantos Arredondados 14">
                <a:extLst>
                  <a:ext uri="{FF2B5EF4-FFF2-40B4-BE49-F238E27FC236}">
                    <a16:creationId xmlns:a16="http://schemas.microsoft.com/office/drawing/2014/main" id="{DEA0F378-CFC5-74A2-BB28-D54B4F92C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147" y="4969514"/>
                <a:ext cx="654035" cy="213151"/>
              </a:xfrm>
              <a:prstGeom prst="roundRect">
                <a:avLst/>
              </a:prstGeom>
              <a:blipFill>
                <a:blip r:embed="rId4"/>
                <a:stretch>
                  <a:fillRect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de seta reta 153">
            <a:extLst>
              <a:ext uri="{FF2B5EF4-FFF2-40B4-BE49-F238E27FC236}">
                <a16:creationId xmlns:a16="http://schemas.microsoft.com/office/drawing/2014/main" id="{68D4CEB8-0603-D946-C45A-0ED23CAE6A0B}"/>
              </a:ext>
            </a:extLst>
          </p:cNvPr>
          <p:cNvCxnSpPr>
            <a:stCxn id="8" idx="3"/>
          </p:cNvCxnSpPr>
          <p:nvPr/>
        </p:nvCxnSpPr>
        <p:spPr>
          <a:xfrm flipV="1">
            <a:off x="2439181" y="507603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19727E5-C435-A47A-D1B0-959D6C78677C}"/>
              </a:ext>
            </a:extLst>
          </p:cNvPr>
          <p:cNvSpPr txBox="1"/>
          <p:nvPr/>
        </p:nvSpPr>
        <p:spPr>
          <a:xfrm>
            <a:off x="2447792" y="49242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3" name="Retângulo: Cantos Arredondados 14">
            <a:extLst>
              <a:ext uri="{FF2B5EF4-FFF2-40B4-BE49-F238E27FC236}">
                <a16:creationId xmlns:a16="http://schemas.microsoft.com/office/drawing/2014/main" id="{09A58938-CE50-D298-E430-A65C70414F38}"/>
              </a:ext>
            </a:extLst>
          </p:cNvPr>
          <p:cNvSpPr/>
          <p:nvPr/>
        </p:nvSpPr>
        <p:spPr>
          <a:xfrm>
            <a:off x="5601751" y="47292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+ILUM-GE</a:t>
            </a:r>
          </a:p>
        </p:txBody>
      </p:sp>
      <p:sp>
        <p:nvSpPr>
          <p:cNvPr id="16" name="Retângulo: Cantos Arredondados 17">
            <a:extLst>
              <a:ext uri="{FF2B5EF4-FFF2-40B4-BE49-F238E27FC236}">
                <a16:creationId xmlns:a16="http://schemas.microsoft.com/office/drawing/2014/main" id="{E8060864-0CF6-DED5-41C9-988CB3236B57}"/>
              </a:ext>
            </a:extLst>
          </p:cNvPr>
          <p:cNvSpPr/>
          <p:nvPr/>
        </p:nvSpPr>
        <p:spPr>
          <a:xfrm>
            <a:off x="5601749" y="4480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+CAM-GE</a:t>
            </a:r>
          </a:p>
        </p:txBody>
      </p:sp>
      <p:cxnSp>
        <p:nvCxnSpPr>
          <p:cNvPr id="23" name="Conector de seta reta 152">
            <a:extLst>
              <a:ext uri="{FF2B5EF4-FFF2-40B4-BE49-F238E27FC236}">
                <a16:creationId xmlns:a16="http://schemas.microsoft.com/office/drawing/2014/main" id="{88CDE9FA-5C52-D526-2F92-0416C9ED3250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255785" y="4577140"/>
            <a:ext cx="1425703" cy="9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153">
            <a:extLst>
              <a:ext uri="{FF2B5EF4-FFF2-40B4-BE49-F238E27FC236}">
                <a16:creationId xmlns:a16="http://schemas.microsoft.com/office/drawing/2014/main" id="{0D137102-498B-3B1B-4700-1717CED9422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255786" y="4823046"/>
            <a:ext cx="1425702" cy="1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4A98875-2DC0-8F7A-C353-CCDFBFCB48BA}"/>
              </a:ext>
            </a:extLst>
          </p:cNvPr>
          <p:cNvSpPr txBox="1"/>
          <p:nvPr/>
        </p:nvSpPr>
        <p:spPr>
          <a:xfrm>
            <a:off x="6267574" y="44199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D40C4B3-04C8-B055-D3FA-84EB980B5D6B}"/>
              </a:ext>
            </a:extLst>
          </p:cNvPr>
          <p:cNvSpPr txBox="1"/>
          <p:nvPr/>
        </p:nvSpPr>
        <p:spPr>
          <a:xfrm>
            <a:off x="6264396" y="46839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tângulo: Cantos Arredondados 14">
                <a:extLst>
                  <a:ext uri="{FF2B5EF4-FFF2-40B4-BE49-F238E27FC236}">
                    <a16:creationId xmlns:a16="http://schemas.microsoft.com/office/drawing/2014/main" id="{981D21FA-2308-DC09-AB65-D83ED4D95A9E}"/>
                  </a:ext>
                </a:extLst>
              </p:cNvPr>
              <p:cNvSpPr/>
              <p:nvPr/>
            </p:nvSpPr>
            <p:spPr>
              <a:xfrm>
                <a:off x="5607847" y="4982214"/>
                <a:ext cx="654035" cy="213151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0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7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7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COORD</m:t>
                        </m:r>
                      </m:e>
                      <m:sup>
                        <m:r>
                          <a:rPr lang="pt-BR" sz="7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700">
                    <a:solidFill>
                      <a:schemeClr val="tx1"/>
                    </a:solidFill>
                  </a:rPr>
                  <a:t>I</a:t>
                </a:r>
              </a:p>
            </p:txBody>
          </p:sp>
        </mc:Choice>
        <mc:Fallback>
          <p:sp>
            <p:nvSpPr>
              <p:cNvPr id="28" name="Retângulo: Cantos Arredondados 14">
                <a:extLst>
                  <a:ext uri="{FF2B5EF4-FFF2-40B4-BE49-F238E27FC236}">
                    <a16:creationId xmlns:a16="http://schemas.microsoft.com/office/drawing/2014/main" id="{981D21FA-2308-DC09-AB65-D83ED4D95A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847" y="4982214"/>
                <a:ext cx="654035" cy="213151"/>
              </a:xfrm>
              <a:prstGeom prst="roundRect">
                <a:avLst/>
              </a:prstGeom>
              <a:blipFill>
                <a:blip r:embed="rId5"/>
                <a:stretch>
                  <a:fillRect b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de seta reta 153">
            <a:extLst>
              <a:ext uri="{FF2B5EF4-FFF2-40B4-BE49-F238E27FC236}">
                <a16:creationId xmlns:a16="http://schemas.microsoft.com/office/drawing/2014/main" id="{2EFDC1BF-70DA-D7B0-E96F-DC93E185F353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6261882" y="5088790"/>
            <a:ext cx="14196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1C60E6A-B868-5EB7-90E7-82052AA9B435}"/>
              </a:ext>
            </a:extLst>
          </p:cNvPr>
          <p:cNvSpPr txBox="1"/>
          <p:nvPr/>
        </p:nvSpPr>
        <p:spPr>
          <a:xfrm>
            <a:off x="6270492" y="49369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</p:spTree>
    <p:extLst>
      <p:ext uri="{BB962C8B-B14F-4D97-AF65-F5344CB8AC3E}">
        <p14:creationId xmlns:p14="http://schemas.microsoft.com/office/powerpoint/2010/main" val="36002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38F1-0193-A77C-F227-DC341998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Conector de seta reta 153">
            <a:extLst>
              <a:ext uri="{FF2B5EF4-FFF2-40B4-BE49-F238E27FC236}">
                <a16:creationId xmlns:a16="http://schemas.microsoft.com/office/drawing/2014/main" id="{E89C1B08-C0CD-D658-901F-52700D6E3071}"/>
              </a:ext>
            </a:extLst>
          </p:cNvPr>
          <p:cNvCxnSpPr>
            <a:cxnSpLocks/>
          </p:cNvCxnSpPr>
          <p:nvPr/>
        </p:nvCxnSpPr>
        <p:spPr>
          <a:xfrm flipV="1">
            <a:off x="6243085" y="4593008"/>
            <a:ext cx="1433886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153">
            <a:extLst>
              <a:ext uri="{FF2B5EF4-FFF2-40B4-BE49-F238E27FC236}">
                <a16:creationId xmlns:a16="http://schemas.microsoft.com/office/drawing/2014/main" id="{5DF0B6E9-6734-7DF9-B376-CD506CF52239}"/>
              </a:ext>
            </a:extLst>
          </p:cNvPr>
          <p:cNvCxnSpPr>
            <a:cxnSpLocks/>
          </p:cNvCxnSpPr>
          <p:nvPr/>
        </p:nvCxnSpPr>
        <p:spPr>
          <a:xfrm flipV="1">
            <a:off x="6257463" y="4837423"/>
            <a:ext cx="1433886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03">
            <a:extLst>
              <a:ext uri="{FF2B5EF4-FFF2-40B4-BE49-F238E27FC236}">
                <a16:creationId xmlns:a16="http://schemas.microsoft.com/office/drawing/2014/main" id="{39E203D6-34FB-DE27-AAAA-BAFD43A91E81}"/>
              </a:ext>
            </a:extLst>
          </p:cNvPr>
          <p:cNvCxnSpPr>
            <a:cxnSpLocks/>
          </p:cNvCxnSpPr>
          <p:nvPr/>
        </p:nvCxnSpPr>
        <p:spPr>
          <a:xfrm flipV="1">
            <a:off x="6226105" y="247561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C32E634-667E-A34F-6197-251DB8833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AF831D2-0BE9-CC42-24B8-0824007AC92A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B369D2B8-F616-01B0-9CBC-179DAF85348E}"/>
              </a:ext>
            </a:extLst>
          </p:cNvPr>
          <p:cNvSpPr/>
          <p:nvPr/>
        </p:nvSpPr>
        <p:spPr>
          <a:xfrm>
            <a:off x="72571" y="-32486"/>
            <a:ext cx="10011305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/>
              </a:rPr>
              <a:t>IONxJB</a:t>
            </a:r>
            <a:r>
              <a:rPr lang="pt-BR" sz="2400">
                <a:solidFill>
                  <a:srgbClr val="000000"/>
                </a:solidFill>
                <a:latin typeface="Globotipo Corporativa"/>
              </a:rPr>
              <a:t> (GETV)</a:t>
            </a:r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64AD37-B760-DA16-DC2E-A8CB45765CB7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95E5E8C-9C1F-A3F5-CF92-FFCE3C8743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BAEFB886-CF06-4418-064F-E01316384576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8C9E8065-D5E4-D82C-5777-2AC667CCECAC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0305D3B6-6530-D2EA-763D-C4B0242C258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718947C7-29FB-6486-8240-CAA8B973616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DCBF0209-89E4-E478-CB80-AE65EF6B4AE7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JB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4AB299A5-9A76-0EA0-C943-9D692DB48AAF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505A8829-03B5-78E0-2DF1-0C8945CDF49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ADD6F617-4FE7-B7F8-172F-E4610CCA86D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540AD15A-BEC8-D395-2AC0-0F69B0D72225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95CF3653-B409-338A-AEB7-1F27975A8ED8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E90DC6EE-BD6A-CF20-CFEA-37CF21C3B88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24FFD25A-705D-F10B-463B-919ACC10208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9169EB9A-3586-0BDB-F6C0-FE22F3EFEDAE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99CE80C2-6548-BF6C-0BB5-F1FE91E02CB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3E43ADA3-987C-6FBF-907D-850CA21EFCD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6B9764AD-0F15-B967-D430-20328CA6F5D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7BAFCED8-CD6C-F51A-4C0F-8C950D16A07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79A5FAA3-144E-0B91-5BB7-A35B8C745D3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E86C970B-7AED-C3FB-B415-D56C3F49FD6C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A327AEF-5591-B7F7-1FF0-BB4D851981FC}"/>
              </a:ext>
            </a:extLst>
          </p:cNvPr>
          <p:cNvSpPr/>
          <p:nvPr/>
        </p:nvSpPr>
        <p:spPr>
          <a:xfrm>
            <a:off x="1770936" y="200425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D017294-EC97-0210-88C8-615196F37FAE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7ED5CFC5-CA1F-8154-B157-66A034F196CA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0070E771-8767-B963-E9C5-F6CA0E277347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EDA1BB15-AE75-A1F3-9A7B-8C5EA9F03FD2}"/>
              </a:ext>
            </a:extLst>
          </p:cNvPr>
          <p:cNvCxnSpPr>
            <a:cxnSpLocks/>
          </p:cNvCxnSpPr>
          <p:nvPr/>
        </p:nvCxnSpPr>
        <p:spPr>
          <a:xfrm flipV="1">
            <a:off x="2424971" y="2094059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B3C9F8A1-8CFA-819C-A952-8AA36AB096AB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145E9197-4377-FD5E-6F75-74AF51B9FA15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3B66994C-3F05-06E7-3B0E-4D8ADD5765DE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87CB9DC9-6FD9-A0E2-000F-087784982731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7A04935E-60B1-D95D-431D-A606E43D12A2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D3739098-7318-3B88-07A8-083583EED40D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D39DD118-E081-56B2-31FC-49C7EBD22502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20E16384-7B4E-BB6A-BC04-403D704A9DB1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FA64DF33-1F1C-4F60-190A-F2DE8153D705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ED746555-C344-E620-1539-981EE664221E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2E3C7A1D-D815-52FF-B5E8-C34DA251FBD1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601EFC52-CA8E-B9B9-B42E-DFB9D853AB55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0E0C9544-DC5A-8329-9DCF-64C9105655F0}"/>
              </a:ext>
            </a:extLst>
          </p:cNvPr>
          <p:cNvCxnSpPr>
            <a:cxnSpLocks/>
          </p:cNvCxnSpPr>
          <p:nvPr/>
        </p:nvCxnSpPr>
        <p:spPr>
          <a:xfrm>
            <a:off x="6226105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7D80308C-C48A-724A-D4FD-56BDEFB8AA42}"/>
              </a:ext>
            </a:extLst>
          </p:cNvPr>
          <p:cNvCxnSpPr>
            <a:cxnSpLocks/>
          </p:cNvCxnSpPr>
          <p:nvPr/>
        </p:nvCxnSpPr>
        <p:spPr>
          <a:xfrm>
            <a:off x="6226105" y="1829517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2E0859CE-37BB-9936-2981-24592168F1C1}"/>
              </a:ext>
            </a:extLst>
          </p:cNvPr>
          <p:cNvCxnSpPr>
            <a:cxnSpLocks/>
          </p:cNvCxnSpPr>
          <p:nvPr/>
        </p:nvCxnSpPr>
        <p:spPr>
          <a:xfrm>
            <a:off x="6226105" y="2260249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9AC56E45-4C91-91D8-231C-3812E58084F1}"/>
              </a:ext>
            </a:extLst>
          </p:cNvPr>
          <p:cNvCxnSpPr>
            <a:cxnSpLocks/>
          </p:cNvCxnSpPr>
          <p:nvPr/>
        </p:nvCxnSpPr>
        <p:spPr>
          <a:xfrm flipV="1">
            <a:off x="6226105" y="2690981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CAD16F4E-6FB5-AA59-21E0-357975C83628}"/>
              </a:ext>
            </a:extLst>
          </p:cNvPr>
          <p:cNvCxnSpPr>
            <a:cxnSpLocks/>
          </p:cNvCxnSpPr>
          <p:nvPr/>
        </p:nvCxnSpPr>
        <p:spPr>
          <a:xfrm flipV="1">
            <a:off x="6226105" y="2906347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39E96005-56B4-751C-7747-C49F71C0945C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REACT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7FB87783-B2C5-F390-A760-16006C512613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F59951BA-DA66-3F51-8B2B-BA009BF7BA9C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B7BF0113-7321-516E-A9D7-3D8C3A596F3D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>
            <a:extLst>
              <a:ext uri="{FF2B5EF4-FFF2-40B4-BE49-F238E27FC236}">
                <a16:creationId xmlns:a16="http://schemas.microsoft.com/office/drawing/2014/main" id="{44CD67A8-37E2-1625-E6FF-BE7A7EA69BC5}"/>
              </a:ext>
            </a:extLst>
          </p:cNvPr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03C97EBF-B80A-BECA-A7AF-D0A607DDAF00}"/>
              </a:ext>
            </a:extLst>
          </p:cNvPr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01BCC9B5-C79C-C281-FE70-D5A2E9D582E3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C7B2A226-9B07-2747-8BBF-4A5280D311D3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BEBF4F95-53F4-01C5-0413-667A508A870E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VIVO CORD</a:t>
            </a:r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353" name="Conector de seta reta 352">
            <a:extLst>
              <a:ext uri="{FF2B5EF4-FFF2-40B4-BE49-F238E27FC236}">
                <a16:creationId xmlns:a16="http://schemas.microsoft.com/office/drawing/2014/main" id="{61DE0B8A-4BF8-90C0-518C-1C681D011F16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541D1F4F-27E0-6CCF-528D-B393560A496C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9EC49B56-1991-058E-E118-012D01145A68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D6C6F3AD-E0F1-E1A8-0ABB-45F895B8B13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6943A3A1-373C-75A4-0EB3-75DEA370031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87D877FB-DC70-B728-F6F4-C4814ADF2B00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FBCAD48C-114C-B858-BE39-4D747D5D693F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5B40AC12-C3D3-1D75-F1D1-FDB6181896E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ABE72BEA-A750-31B9-8ECE-47B95819116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91052877-F47B-C8FC-68D4-D5080BE200DB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7C891B99-B4D7-0BD5-3A31-BD17AC5AF55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1330FCFE-8AF7-EAC7-FDAE-682EFC78FAD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ED350722-DEB3-1BE4-2DD6-A9947DA9E543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FA047C53-A66A-35B7-7DF1-EE4D020EE0B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F021F306-FD20-71F2-3646-1C1614CD910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88D097C9-529D-1BB7-F5F5-BC6F48DFEE74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1B51F2E8-F62E-6C9D-E2A0-416CDB5293A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AA688C6F-38AF-F773-C703-947D80E7334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7371BACE-C87E-B992-9AB0-FCE837E659BC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35E6E618-6E9B-4D3A-F727-FC5B8FF3FE28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2EF690AA-E544-BC2E-89E4-B7E7C8F8A124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12B8678D-1687-E1B2-6C97-9062F8AD44B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BD2EF056-DEA0-CA95-1193-E8558383D6E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44BE2C0C-C648-9DB6-EEB7-3CCB76B864CC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9E8E1715-CB2C-D9C4-F454-0B38F9EBE332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08BE1C66-86D8-82B1-31AE-D390CFDBC0E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7A02792F-2B8D-B277-CA3C-694E204A059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7435A553-BDFA-C954-760C-E73E9C122261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308EB344-4F87-9A89-B9DA-4329F9A815A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C1DA6D1E-EA98-83C6-DC42-96BAEF2F846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5A3BA54B-9131-3FE4-71AE-5A97AA9E4BC3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AA3F7A93-3039-38A5-5DD6-6280137C55D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DD6B0107-446A-2AF5-ABAD-5AA08B0FB36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8201C188-C664-ED3E-2156-E5B3FC138C8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BDC2CB68-8BC5-05D7-628A-C71B95DB777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BFD27FFC-3A50-576A-940F-15AD9FB294D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15005329-77FD-132F-792E-0D87D0355147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3329637D-5167-E2BF-819E-F3FBA52BDC9D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B7B78718-C92C-0B13-0259-6D4CE1AE0016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A641ADAB-6A81-74E3-8BCD-918E39933FD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87D33F91-26C1-D816-51C9-E57A655BA0F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493F1A25-0F0E-C785-1394-8812CBEDEF6C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CABD7606-522C-9ECC-534C-D0DBF898AB11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6B0D1D6C-19FD-3702-7CED-84193789615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0FD5FBA9-FC91-3BD1-5CF9-E3F66BF2BAF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C61A43C4-1BF9-108C-5E2C-3C0C00E0C02F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ACFAA9B2-A07F-470B-71FB-F5AAA59AAAE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4CC0B936-F465-A6AB-6C13-81D6664032E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FFC9981B-96E0-3798-C631-8C5332210078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BC236B37-1D98-FBC1-D0A4-09491D5EB64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52AF3727-8860-7D4B-7F35-D3F943F4E62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B30CE492-E1C4-AA30-96CE-B330B0AF70A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0A60D3C7-8854-9C6F-9CE2-A2A5BF0C4E5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02FA8310-5EDB-E159-7087-7FE5B95CD4A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203E168F-F31D-CF3C-3B22-126B1AD380FC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A7C24B75-6A4B-1F61-9F07-553CB5A20E6A}"/>
              </a:ext>
            </a:extLst>
          </p:cNvPr>
          <p:cNvSpPr/>
          <p:nvPr/>
        </p:nvSpPr>
        <p:spPr>
          <a:xfrm>
            <a:off x="1779051" y="4730907"/>
            <a:ext cx="697167" cy="18439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OP_R0604_C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EB410824-7522-523A-7A3F-C2BCEE14E859}"/>
              </a:ext>
            </a:extLst>
          </p:cNvPr>
          <p:cNvSpPr/>
          <p:nvPr/>
        </p:nvSpPr>
        <p:spPr>
          <a:xfrm>
            <a:off x="1779049" y="4496446"/>
            <a:ext cx="682790" cy="1700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ION_GE_TP1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C107516A-5039-4F70-9237-53E420187AF6}"/>
              </a:ext>
            </a:extLst>
          </p:cNvPr>
          <p:cNvCxnSpPr>
            <a:stCxn id="150" idx="3"/>
          </p:cNvCxnSpPr>
          <p:nvPr/>
        </p:nvCxnSpPr>
        <p:spPr>
          <a:xfrm flipV="1">
            <a:off x="2461839" y="4564440"/>
            <a:ext cx="2095245" cy="17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D30E6DDD-4D56-F1CB-5F05-A936B282D095}"/>
              </a:ext>
            </a:extLst>
          </p:cNvPr>
          <p:cNvCxnSpPr>
            <a:cxnSpLocks/>
            <a:stCxn id="149" idx="3"/>
          </p:cNvCxnSpPr>
          <p:nvPr/>
        </p:nvCxnSpPr>
        <p:spPr>
          <a:xfrm flipV="1">
            <a:off x="2476218" y="4823046"/>
            <a:ext cx="2080867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3472BC9A-B3EE-01ED-A76D-21E5DE7D82D6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C34C9F2B-03C3-CE5D-639A-9B516B176C01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8FBA37BD-07DD-2FB9-30D4-9CD2C02D3106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DFC5C8-014C-3A03-F5D0-054DAF5EEB40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TX17 JB1  (EDC TELAO 1B)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AB808DE-940D-07CD-F72E-82B8FCEFF33C}"/>
              </a:ext>
            </a:extLst>
          </p:cNvPr>
          <p:cNvSpPr/>
          <p:nvPr/>
        </p:nvSpPr>
        <p:spPr>
          <a:xfrm>
            <a:off x="1770936" y="175319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3B471B28-9F12-84B1-44A2-276DCF67DD47}"/>
              </a:ext>
            </a:extLst>
          </p:cNvPr>
          <p:cNvCxnSpPr>
            <a:cxnSpLocks/>
          </p:cNvCxnSpPr>
          <p:nvPr/>
        </p:nvCxnSpPr>
        <p:spPr>
          <a:xfrm>
            <a:off x="2424971" y="1834699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056DEBE8-C57E-48F5-9B1E-9B0A74067AB3}"/>
              </a:ext>
            </a:extLst>
          </p:cNvPr>
          <p:cNvSpPr txBox="1"/>
          <p:nvPr/>
        </p:nvSpPr>
        <p:spPr>
          <a:xfrm>
            <a:off x="2439613" y="16922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TX18 JB1 (EDC REGR PO)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2CD3B59F-807E-66F2-B7C0-6CF4712CAAAB}"/>
              </a:ext>
            </a:extLst>
          </p:cNvPr>
          <p:cNvSpPr txBox="1"/>
          <p:nvPr/>
        </p:nvSpPr>
        <p:spPr>
          <a:xfrm>
            <a:off x="2426498" y="194154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TX19 JB1 (GS HS TOUCH)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0D65E391-50EC-358A-CAE5-7D89BEBA0198}"/>
              </a:ext>
            </a:extLst>
          </p:cNvPr>
          <p:cNvSpPr txBox="1"/>
          <p:nvPr/>
        </p:nvSpPr>
        <p:spPr>
          <a:xfrm>
            <a:off x="2646181" y="2856367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IP PR TX ION 1</a:t>
            </a:r>
            <a:endParaRPr lang="pt-BR"/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3AC1570E-96CC-C6AA-BF44-AF48CEF0F079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IP PR TX ION 2</a:t>
            </a:r>
            <a:endParaRPr lang="pt-BR"/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6A438142-000D-C573-C97D-A870B5037E78}"/>
              </a:ext>
            </a:extLst>
          </p:cNvPr>
          <p:cNvSpPr txBox="1"/>
          <p:nvPr/>
        </p:nvSpPr>
        <p:spPr>
          <a:xfrm>
            <a:off x="2444874" y="440720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PAINEL</a:t>
            </a:r>
            <a:endParaRPr lang="pt-BR"/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C5182614-989A-7C48-4F2B-60DE55734327}"/>
              </a:ext>
            </a:extLst>
          </p:cNvPr>
          <p:cNvSpPr txBox="1"/>
          <p:nvPr/>
        </p:nvSpPr>
        <p:spPr>
          <a:xfrm>
            <a:off x="2441696" y="4671291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PAINEL</a:t>
            </a:r>
            <a:endParaRPr lang="pt-BR"/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33FDB065-FAE9-1ADD-7DA0-98C8FB8D6753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FD3CBF22-4F68-93D5-2EC7-B8CA408DFE75}"/>
              </a:ext>
            </a:extLst>
          </p:cNvPr>
          <p:cNvSpPr txBox="1"/>
          <p:nvPr/>
        </p:nvSpPr>
        <p:spPr>
          <a:xfrm>
            <a:off x="6475541" y="5851560"/>
            <a:ext cx="614340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</a:t>
            </a:r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A6815032-AF77-92DA-6C9B-508F92BF3534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03CC9078-7637-3F76-875F-FC5186BC05B8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6C64BFE-4288-0312-6B8D-AF9F89A4716A}"/>
              </a:ext>
            </a:extLst>
          </p:cNvPr>
          <p:cNvSpPr/>
          <p:nvPr/>
        </p:nvSpPr>
        <p:spPr>
          <a:xfrm>
            <a:off x="1770936" y="225531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36B0E84B-EE81-2333-7A9E-9411372E8950}"/>
              </a:ext>
            </a:extLst>
          </p:cNvPr>
          <p:cNvCxnSpPr>
            <a:cxnSpLocks/>
          </p:cNvCxnSpPr>
          <p:nvPr/>
        </p:nvCxnSpPr>
        <p:spPr>
          <a:xfrm flipV="1">
            <a:off x="2424971" y="2353479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A85A842-529F-B983-DEC0-77387F06A4B4}"/>
              </a:ext>
            </a:extLst>
          </p:cNvPr>
          <p:cNvSpPr txBox="1"/>
          <p:nvPr/>
        </p:nvSpPr>
        <p:spPr>
          <a:xfrm>
            <a:off x="2441738" y="2190877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TX20 JB1 (PR TX EG/ION-3)</a:t>
            </a: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006E5508-9C40-F593-3389-D410308ADDE9}"/>
              </a:ext>
            </a:extLst>
          </p:cNvPr>
          <p:cNvCxnSpPr>
            <a:cxnSpLocks/>
          </p:cNvCxnSpPr>
          <p:nvPr/>
        </p:nvCxnSpPr>
        <p:spPr>
          <a:xfrm>
            <a:off x="62261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85AC3AE3-CDFD-B86C-2E0D-0EAAAC654CC5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6B4838AE-12ED-5B87-29B0-8E6560B5EDA1}"/>
              </a:ext>
            </a:extLst>
          </p:cNvPr>
          <p:cNvCxnSpPr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80B4DEAD-AF32-1FC1-1018-9107A098DDF3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AEF1EF42-0F6B-7AE4-4265-3A9220FA7927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FCE5D781-93B0-00AD-660B-98102201C120}"/>
              </a:ext>
            </a:extLst>
          </p:cNvPr>
          <p:cNvSpPr txBox="1"/>
          <p:nvPr/>
        </p:nvSpPr>
        <p:spPr>
          <a:xfrm>
            <a:off x="3199847" y="54341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FC1A1DAB-66A4-C295-DF21-9BB9B0D9F927}"/>
              </a:ext>
            </a:extLst>
          </p:cNvPr>
          <p:cNvSpPr txBox="1"/>
          <p:nvPr/>
        </p:nvSpPr>
        <p:spPr>
          <a:xfrm>
            <a:off x="3199847" y="567595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DADDD8F5-3584-24D3-6ACB-57A3EBE91C42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A5104E3A-B390-E06A-C38B-BEEB9E28A958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2A5AAA6B-B819-E5EB-73CF-D6D9B8429E4F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183" name="Retângulo: Cantos Arredondados 14">
            <a:extLst>
              <a:ext uri="{FF2B5EF4-FFF2-40B4-BE49-F238E27FC236}">
                <a16:creationId xmlns:a16="http://schemas.microsoft.com/office/drawing/2014/main" id="{9D0F16C4-7521-82F8-5D41-C9C689A0A737}"/>
              </a:ext>
            </a:extLst>
          </p:cNvPr>
          <p:cNvSpPr/>
          <p:nvPr/>
        </p:nvSpPr>
        <p:spPr>
          <a:xfrm>
            <a:off x="6989145" y="541817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  <a:endParaRPr lang="pt-BR"/>
          </a:p>
        </p:txBody>
      </p:sp>
      <p:cxnSp>
        <p:nvCxnSpPr>
          <p:cNvPr id="184" name="Conector de seta reta 183">
            <a:extLst>
              <a:ext uri="{FF2B5EF4-FFF2-40B4-BE49-F238E27FC236}">
                <a16:creationId xmlns:a16="http://schemas.microsoft.com/office/drawing/2014/main" id="{562415A8-1FD3-59E0-F2F8-9735C192D89E}"/>
              </a:ext>
            </a:extLst>
          </p:cNvPr>
          <p:cNvCxnSpPr/>
          <p:nvPr/>
        </p:nvCxnSpPr>
        <p:spPr>
          <a:xfrm flipH="1" flipV="1">
            <a:off x="5495186" y="5523279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DFD22E7F-8BC4-FCD0-0682-84C40802B0D8}"/>
              </a:ext>
            </a:extLst>
          </p:cNvPr>
          <p:cNvSpPr txBox="1"/>
          <p:nvPr/>
        </p:nvSpPr>
        <p:spPr>
          <a:xfrm>
            <a:off x="6484327" y="5363343"/>
            <a:ext cx="60555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E34E40-7FF2-BC19-1B45-144C49AE33E6}"/>
              </a:ext>
            </a:extLst>
          </p:cNvPr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506A47B-DBE4-0C1C-E6E2-CA86EE5EBE00}"/>
              </a:ext>
            </a:extLst>
          </p:cNvPr>
          <p:cNvSpPr/>
          <p:nvPr/>
        </p:nvSpPr>
        <p:spPr>
          <a:xfrm>
            <a:off x="1770936" y="250638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DR</a:t>
            </a:r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32" name="Conector de seta reta 159">
            <a:extLst>
              <a:ext uri="{FF2B5EF4-FFF2-40B4-BE49-F238E27FC236}">
                <a16:creationId xmlns:a16="http://schemas.microsoft.com/office/drawing/2014/main" id="{788D1043-E140-3906-B9B7-BF195B4AC56C}"/>
              </a:ext>
            </a:extLst>
          </p:cNvPr>
          <p:cNvCxnSpPr>
            <a:cxnSpLocks/>
          </p:cNvCxnSpPr>
          <p:nvPr/>
        </p:nvCxnSpPr>
        <p:spPr>
          <a:xfrm flipV="1">
            <a:off x="2424971" y="2612898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16F7C6F-2C38-D502-8CB7-0BFB25CD044A}"/>
              </a:ext>
            </a:extLst>
          </p:cNvPr>
          <p:cNvSpPr txBox="1"/>
          <p:nvPr/>
        </p:nvSpPr>
        <p:spPr>
          <a:xfrm>
            <a:off x="2456115" y="244021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JB-1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7BE2D55-061F-B8C4-427B-C64E72141217}"/>
              </a:ext>
            </a:extLst>
          </p:cNvPr>
          <p:cNvSpPr txBox="1"/>
          <p:nvPr/>
        </p:nvSpPr>
        <p:spPr>
          <a:xfrm>
            <a:off x="5906851" y="326090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AUXILIAR+AUDIO PGM</a:t>
            </a:r>
            <a:endParaRPr lang="pt-BR"/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C07A88D0-6870-F885-5F6E-C11E048DC8EA}"/>
              </a:ext>
            </a:extLst>
          </p:cNvPr>
          <p:cNvSpPr/>
          <p:nvPr/>
        </p:nvSpPr>
        <p:spPr>
          <a:xfrm>
            <a:off x="5579675" y="1938977"/>
            <a:ext cx="668412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E9E3F30A-B68F-9552-606A-DC148AAE9984}"/>
              </a:ext>
            </a:extLst>
          </p:cNvPr>
          <p:cNvSpPr/>
          <p:nvPr/>
        </p:nvSpPr>
        <p:spPr>
          <a:xfrm>
            <a:off x="5579675" y="1720870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8ADB0B3-A2CC-E27B-2EEA-604A8E04F5BA}"/>
              </a:ext>
            </a:extLst>
          </p:cNvPr>
          <p:cNvSpPr/>
          <p:nvPr/>
        </p:nvSpPr>
        <p:spPr>
          <a:xfrm>
            <a:off x="5579675" y="1502763"/>
            <a:ext cx="684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BB219B96-569A-163C-7B67-B983F3CBF56E}"/>
              </a:ext>
            </a:extLst>
          </p:cNvPr>
          <p:cNvSpPr/>
          <p:nvPr/>
        </p:nvSpPr>
        <p:spPr>
          <a:xfrm>
            <a:off x="5579675" y="2593298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TVU CORD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6E773327-19CE-F06E-8131-D44E2B43E619}"/>
              </a:ext>
            </a:extLst>
          </p:cNvPr>
          <p:cNvSpPr/>
          <p:nvPr/>
        </p:nvSpPr>
        <p:spPr>
          <a:xfrm>
            <a:off x="5579675" y="2375191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 DR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5A736D9C-463B-F353-9CF5-F738BBF4E7EE}"/>
              </a:ext>
            </a:extLst>
          </p:cNvPr>
          <p:cNvSpPr/>
          <p:nvPr/>
        </p:nvSpPr>
        <p:spPr>
          <a:xfrm>
            <a:off x="5579675" y="3029514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34" name="Retângulo: Cantos Arredondados 23">
            <a:extLst>
              <a:ext uri="{FF2B5EF4-FFF2-40B4-BE49-F238E27FC236}">
                <a16:creationId xmlns:a16="http://schemas.microsoft.com/office/drawing/2014/main" id="{EC3CDCC1-803C-62E3-17A6-842F54DA6C45}"/>
              </a:ext>
            </a:extLst>
          </p:cNvPr>
          <p:cNvSpPr/>
          <p:nvPr/>
        </p:nvSpPr>
        <p:spPr>
          <a:xfrm>
            <a:off x="5579675" y="2157084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sp>
        <p:nvSpPr>
          <p:cNvPr id="36" name="Retângulo: Cantos Arredondados 14">
            <a:extLst>
              <a:ext uri="{FF2B5EF4-FFF2-40B4-BE49-F238E27FC236}">
                <a16:creationId xmlns:a16="http://schemas.microsoft.com/office/drawing/2014/main" id="{3984D6F4-3884-53F3-3FFA-6DA8FEB347E8}"/>
              </a:ext>
            </a:extLst>
          </p:cNvPr>
          <p:cNvSpPr/>
          <p:nvPr/>
        </p:nvSpPr>
        <p:spPr>
          <a:xfrm>
            <a:off x="5560296" y="4745284"/>
            <a:ext cx="697167" cy="18439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OP_R0604_C</a:t>
            </a:r>
          </a:p>
        </p:txBody>
      </p:sp>
      <p:sp>
        <p:nvSpPr>
          <p:cNvPr id="37" name="Retângulo: Cantos Arredondados 17">
            <a:extLst>
              <a:ext uri="{FF2B5EF4-FFF2-40B4-BE49-F238E27FC236}">
                <a16:creationId xmlns:a16="http://schemas.microsoft.com/office/drawing/2014/main" id="{94E6F858-2762-270F-3E59-51C094DA7B93}"/>
              </a:ext>
            </a:extLst>
          </p:cNvPr>
          <p:cNvSpPr/>
          <p:nvPr/>
        </p:nvSpPr>
        <p:spPr>
          <a:xfrm>
            <a:off x="5560294" y="4510823"/>
            <a:ext cx="682790" cy="1700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ION_GE_TP1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CA83DF0-C38C-945F-2D7C-52D3FDE64EC4}"/>
              </a:ext>
            </a:extLst>
          </p:cNvPr>
          <p:cNvSpPr txBox="1"/>
          <p:nvPr/>
        </p:nvSpPr>
        <p:spPr>
          <a:xfrm>
            <a:off x="6226119" y="4450332"/>
            <a:ext cx="57897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PAINEL</a:t>
            </a:r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FD86A05-2D89-18EE-3B5D-19C816FC4826}"/>
              </a:ext>
            </a:extLst>
          </p:cNvPr>
          <p:cNvSpPr txBox="1"/>
          <p:nvPr/>
        </p:nvSpPr>
        <p:spPr>
          <a:xfrm>
            <a:off x="6222941" y="4685668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PAINEL</a:t>
            </a:r>
            <a:endParaRPr lang="pt-BR"/>
          </a:p>
        </p:txBody>
      </p:sp>
      <p:cxnSp>
        <p:nvCxnSpPr>
          <p:cNvPr id="44" name="Conector de seta reta 153">
            <a:extLst>
              <a:ext uri="{FF2B5EF4-FFF2-40B4-BE49-F238E27FC236}">
                <a16:creationId xmlns:a16="http://schemas.microsoft.com/office/drawing/2014/main" id="{F5FCAF98-E60F-9709-52D6-A96444C36E47}"/>
              </a:ext>
            </a:extLst>
          </p:cNvPr>
          <p:cNvCxnSpPr>
            <a:cxnSpLocks/>
          </p:cNvCxnSpPr>
          <p:nvPr/>
        </p:nvCxnSpPr>
        <p:spPr>
          <a:xfrm flipV="1">
            <a:off x="6257462" y="4377347"/>
            <a:ext cx="1433886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: Cantos Arredondados 17">
            <a:extLst>
              <a:ext uri="{FF2B5EF4-FFF2-40B4-BE49-F238E27FC236}">
                <a16:creationId xmlns:a16="http://schemas.microsoft.com/office/drawing/2014/main" id="{2F8102CE-5532-90CF-F603-73C2D2B65784}"/>
              </a:ext>
            </a:extLst>
          </p:cNvPr>
          <p:cNvSpPr/>
          <p:nvPr/>
        </p:nvSpPr>
        <p:spPr>
          <a:xfrm>
            <a:off x="5574671" y="4295162"/>
            <a:ext cx="682790" cy="1700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VIVO CRD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D3BB9E1-86FE-9052-E49E-841BAE8CFB18}"/>
              </a:ext>
            </a:extLst>
          </p:cNvPr>
          <p:cNvSpPr txBox="1"/>
          <p:nvPr/>
        </p:nvSpPr>
        <p:spPr>
          <a:xfrm>
            <a:off x="6240496" y="4234671"/>
            <a:ext cx="11745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700"/>
            </a:lvl1pPr>
          </a:lstStyle>
          <a:p>
            <a:r>
              <a:rPr lang="pt-BR"/>
              <a:t>IFB  GE TV VOZ</a:t>
            </a:r>
          </a:p>
          <a:p>
            <a:endParaRPr lang="pt-BR"/>
          </a:p>
        </p:txBody>
      </p:sp>
      <p:sp>
        <p:nvSpPr>
          <p:cNvPr id="47" name="Retângulo: Cantos Arredondados 17">
            <a:extLst>
              <a:ext uri="{FF2B5EF4-FFF2-40B4-BE49-F238E27FC236}">
                <a16:creationId xmlns:a16="http://schemas.microsoft.com/office/drawing/2014/main" id="{4872E8C4-4DFA-FB26-1F50-321147EAAD00}"/>
              </a:ext>
            </a:extLst>
          </p:cNvPr>
          <p:cNvSpPr/>
          <p:nvPr/>
        </p:nvSpPr>
        <p:spPr>
          <a:xfrm>
            <a:off x="5579675" y="2811405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7" name="Conector de seta reta 293">
            <a:extLst>
              <a:ext uri="{FF2B5EF4-FFF2-40B4-BE49-F238E27FC236}">
                <a16:creationId xmlns:a16="http://schemas.microsoft.com/office/drawing/2014/main" id="{7D6331B1-073C-12E3-35F1-E631DB759C9A}"/>
              </a:ext>
            </a:extLst>
          </p:cNvPr>
          <p:cNvCxnSpPr>
            <a:cxnSpLocks/>
          </p:cNvCxnSpPr>
          <p:nvPr/>
        </p:nvCxnSpPr>
        <p:spPr>
          <a:xfrm>
            <a:off x="6226105" y="204488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4A114B-234A-4B48-0528-409BA6226DB9}"/>
              </a:ext>
            </a:extLst>
          </p:cNvPr>
          <p:cNvSpPr txBox="1"/>
          <p:nvPr/>
        </p:nvSpPr>
        <p:spPr>
          <a:xfrm>
            <a:off x="6293244" y="1440392"/>
            <a:ext cx="771704" cy="200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DMUX-9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C10BC88-0D96-8F90-7E92-11D2BB18E437}"/>
              </a:ext>
            </a:extLst>
          </p:cNvPr>
          <p:cNvSpPr txBox="1"/>
          <p:nvPr/>
        </p:nvSpPr>
        <p:spPr>
          <a:xfrm>
            <a:off x="6293244" y="1659692"/>
            <a:ext cx="771704" cy="200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DMUX-10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AC342E3-842B-5FD6-4AD6-201970CECD0F}"/>
              </a:ext>
            </a:extLst>
          </p:cNvPr>
          <p:cNvSpPr txBox="1"/>
          <p:nvPr/>
        </p:nvSpPr>
        <p:spPr>
          <a:xfrm>
            <a:off x="6293694" y="1888292"/>
            <a:ext cx="771704" cy="200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DMUX-11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C4805B-9F32-6440-8709-07392824B508}"/>
              </a:ext>
            </a:extLst>
          </p:cNvPr>
          <p:cNvSpPr txBox="1"/>
          <p:nvPr/>
        </p:nvSpPr>
        <p:spPr>
          <a:xfrm>
            <a:off x="6293694" y="2097842"/>
            <a:ext cx="771704" cy="200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DMUX-12</a:t>
            </a:r>
          </a:p>
        </p:txBody>
      </p:sp>
    </p:spTree>
    <p:extLst>
      <p:ext uri="{BB962C8B-B14F-4D97-AF65-F5344CB8AC3E}">
        <p14:creationId xmlns:p14="http://schemas.microsoft.com/office/powerpoint/2010/main" val="1395157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8907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 (GE TV)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 6 SP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cxnSp>
        <p:nvCxnSpPr>
          <p:cNvPr id="182" name="Conector de seta reta 181"/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  <a:endParaRPr lang="pt-BR" sz="500">
              <a:solidFill>
                <a:schemeClr val="tx1"/>
              </a:solidFill>
            </a:endParaRP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261" name="Conector de seta reta 260"/>
          <p:cNvCxnSpPr>
            <a:cxnSpLocks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/>
          <p:cNvCxnSpPr>
            <a:stCxn id="264" idx="1"/>
            <a:endCxn id="259" idx="5"/>
          </p:cNvCxnSpPr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570151" y="1976855"/>
            <a:ext cx="654035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0151" y="174221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0151" y="150757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/>
          <p:cNvCxnSpPr>
            <a:cxnSpLocks/>
            <a:stCxn id="292" idx="3"/>
          </p:cNvCxnSpPr>
          <p:nvPr/>
        </p:nvCxnSpPr>
        <p:spPr>
          <a:xfrm>
            <a:off x="6224187" y="1597575"/>
            <a:ext cx="14277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>
            <a:cxnSpLocks/>
            <a:stCxn id="291" idx="3"/>
          </p:cNvCxnSpPr>
          <p:nvPr/>
        </p:nvCxnSpPr>
        <p:spPr>
          <a:xfrm>
            <a:off x="6224187" y="1832215"/>
            <a:ext cx="14276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>
            <a:cxnSpLocks/>
            <a:stCxn id="290" idx="3"/>
          </p:cNvCxnSpPr>
          <p:nvPr/>
        </p:nvCxnSpPr>
        <p:spPr>
          <a:xfrm>
            <a:off x="6224186" y="2066855"/>
            <a:ext cx="14274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0151" y="268077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0151" y="244613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TVU CORD</a:t>
            </a:r>
          </a:p>
        </p:txBody>
      </p:sp>
      <p:cxnSp>
        <p:nvCxnSpPr>
          <p:cNvPr id="304" name="Conector de seta reta 303"/>
          <p:cNvCxnSpPr>
            <a:cxnSpLocks/>
          </p:cNvCxnSpPr>
          <p:nvPr/>
        </p:nvCxnSpPr>
        <p:spPr>
          <a:xfrm flipV="1">
            <a:off x="6233711" y="2563630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/>
          <p:cNvCxnSpPr>
            <a:cxnSpLocks/>
          </p:cNvCxnSpPr>
          <p:nvPr/>
        </p:nvCxnSpPr>
        <p:spPr>
          <a:xfrm flipV="1">
            <a:off x="6233712" y="277852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REACT</a:t>
            </a:r>
          </a:p>
        </p:txBody>
      </p:sp>
      <p:cxnSp>
        <p:nvCxnSpPr>
          <p:cNvPr id="308" name="Conector de seta reta 307"/>
          <p:cNvCxnSpPr/>
          <p:nvPr/>
        </p:nvCxnSpPr>
        <p:spPr>
          <a:xfrm flipH="1" flipV="1">
            <a:off x="551305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603415" y="475467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343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603413" y="44955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345" name="Conector de seta reta 344"/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ector de seta reta 345"/>
          <p:cNvCxnSpPr>
            <a:stCxn id="343" idx="3"/>
          </p:cNvCxnSpPr>
          <p:nvPr/>
        </p:nvCxnSpPr>
        <p:spPr>
          <a:xfrm>
            <a:off x="6257449" y="4602133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de seta reta 346"/>
          <p:cNvCxnSpPr>
            <a:stCxn id="342" idx="3"/>
          </p:cNvCxnSpPr>
          <p:nvPr/>
        </p:nvCxnSpPr>
        <p:spPr>
          <a:xfrm>
            <a:off x="6257450" y="4861254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612" y="5272920"/>
            <a:ext cx="684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SPION</a:t>
            </a:r>
          </a:p>
        </p:txBody>
      </p:sp>
      <p:cxnSp>
        <p:nvCxnSpPr>
          <p:cNvPr id="350" name="Conector de seta reta 349"/>
          <p:cNvCxnSpPr>
            <a:stCxn id="349" idx="3"/>
          </p:cNvCxnSpPr>
          <p:nvPr/>
        </p:nvCxnSpPr>
        <p:spPr>
          <a:xfrm flipV="1">
            <a:off x="6287612" y="5371917"/>
            <a:ext cx="1374036" cy="7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/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9051" y="504812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9049" y="477367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9048" y="449922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52" name="Conector de seta reta 151"/>
          <p:cNvCxnSpPr>
            <a:cxnSpLocks/>
          </p:cNvCxnSpPr>
          <p:nvPr/>
        </p:nvCxnSpPr>
        <p:spPr>
          <a:xfrm flipV="1">
            <a:off x="2424971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de seta reta 152"/>
          <p:cNvCxnSpPr>
            <a:cxnSpLocks/>
          </p:cNvCxnSpPr>
          <p:nvPr/>
        </p:nvCxnSpPr>
        <p:spPr>
          <a:xfrm>
            <a:off x="2424971" y="4880252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/>
          <p:cNvCxnSpPr>
            <a:cxnSpLocks/>
          </p:cNvCxnSpPr>
          <p:nvPr/>
        </p:nvCxnSpPr>
        <p:spPr>
          <a:xfrm>
            <a:off x="2424971" y="515470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SP-1</a:t>
            </a:r>
          </a:p>
        </p:txBody>
      </p:sp>
      <p:sp>
        <p:nvSpPr>
          <p:cNvPr id="140" name="CaixaDeTexto 139"/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SP-2</a:t>
            </a:r>
          </a:p>
        </p:txBody>
      </p:sp>
      <p:sp>
        <p:nvSpPr>
          <p:cNvPr id="141" name="CaixaDeTexto 140"/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SP-3</a:t>
            </a:r>
          </a:p>
        </p:txBody>
      </p:sp>
      <p:sp>
        <p:nvSpPr>
          <p:cNvPr id="144" name="CaixaDeTexto 143"/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5" name="CaixaDeTexto 144"/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6" name="CaixaDeTexto 145"/>
          <p:cNvSpPr txBox="1"/>
          <p:nvPr/>
        </p:nvSpPr>
        <p:spPr>
          <a:xfrm>
            <a:off x="2426498" y="445047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 T</a:t>
            </a:r>
          </a:p>
        </p:txBody>
      </p:sp>
      <p:sp>
        <p:nvSpPr>
          <p:cNvPr id="147" name="CaixaDeTexto 146"/>
          <p:cNvSpPr txBox="1"/>
          <p:nvPr/>
        </p:nvSpPr>
        <p:spPr>
          <a:xfrm>
            <a:off x="2426498" y="47260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8" name="CaixaDeTexto 147"/>
          <p:cNvSpPr txBox="1"/>
          <p:nvPr/>
        </p:nvSpPr>
        <p:spPr>
          <a:xfrm>
            <a:off x="2426498" y="500171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57" name="CaixaDeTexto 156"/>
          <p:cNvSpPr txBox="1"/>
          <p:nvPr/>
        </p:nvSpPr>
        <p:spPr>
          <a:xfrm>
            <a:off x="3392095" y="585954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/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161" name="CaixaDeTexto 160"/>
          <p:cNvSpPr txBox="1"/>
          <p:nvPr/>
        </p:nvSpPr>
        <p:spPr>
          <a:xfrm>
            <a:off x="6475541" y="585156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163" name="CaixaDeTexto 162"/>
          <p:cNvSpPr txBox="1"/>
          <p:nvPr/>
        </p:nvSpPr>
        <p:spPr>
          <a:xfrm>
            <a:off x="6259341" y="4433925"/>
            <a:ext cx="6841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EVNT</a:t>
            </a:r>
          </a:p>
        </p:txBody>
      </p:sp>
      <p:sp>
        <p:nvSpPr>
          <p:cNvPr id="167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Câmeras 1,2 e 3 SP:</a:t>
            </a:r>
          </a:p>
        </p:txBody>
      </p:sp>
      <p:grpSp>
        <p:nvGrpSpPr>
          <p:cNvPr id="168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34852" y="4240031"/>
            <a:ext cx="1528312" cy="631838"/>
            <a:chOff x="3802360" y="667396"/>
            <a:chExt cx="1528312" cy="631838"/>
          </a:xfrm>
        </p:grpSpPr>
        <p:grpSp>
          <p:nvGrpSpPr>
            <p:cNvPr id="169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8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70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8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1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80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1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2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77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9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3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75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6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6" name="Conector de seta reta 5"/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/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3" name="Retângulo: Cantos Arredondados 17">
            <a:extLst>
              <a:ext uri="{FF2B5EF4-FFF2-40B4-BE49-F238E27FC236}">
                <a16:creationId xmlns:a16="http://schemas.microsoft.com/office/drawing/2014/main" id="{2F65F5F8-2C5F-0B22-FE7E-2EE016313699}"/>
              </a:ext>
            </a:extLst>
          </p:cNvPr>
          <p:cNvSpPr/>
          <p:nvPr/>
        </p:nvSpPr>
        <p:spPr>
          <a:xfrm>
            <a:off x="5570151" y="291541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6" name="Conector de seta reta 304">
            <a:extLst>
              <a:ext uri="{FF2B5EF4-FFF2-40B4-BE49-F238E27FC236}">
                <a16:creationId xmlns:a16="http://schemas.microsoft.com/office/drawing/2014/main" id="{019DD3C2-AE6D-194C-636F-9110C2051C1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224187" y="300541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5647F6F-6320-2C38-83D1-11FEA9D42B76}"/>
              </a:ext>
            </a:extLst>
          </p:cNvPr>
          <p:cNvSpPr/>
          <p:nvPr/>
        </p:nvSpPr>
        <p:spPr>
          <a:xfrm>
            <a:off x="1761414" y="24314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2 DR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318FB936-6D9C-8376-AEE5-4871E8D53C7E}"/>
              </a:ext>
            </a:extLst>
          </p:cNvPr>
          <p:cNvCxnSpPr>
            <a:stCxn id="17" idx="3"/>
          </p:cNvCxnSpPr>
          <p:nvPr/>
        </p:nvCxnSpPr>
        <p:spPr>
          <a:xfrm flipV="1">
            <a:off x="2415448" y="25379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C3A206A-EFCE-1DF5-A352-009FA89527EB}"/>
              </a:ext>
            </a:extLst>
          </p:cNvPr>
          <p:cNvSpPr txBox="1"/>
          <p:nvPr/>
        </p:nvSpPr>
        <p:spPr>
          <a:xfrm>
            <a:off x="2416973" y="23748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CAM 1 SP</a:t>
            </a:r>
          </a:p>
        </p:txBody>
      </p:sp>
      <p:sp>
        <p:nvSpPr>
          <p:cNvPr id="21" name="Retângulo: Cantos Arredondados 14">
            <a:extLst>
              <a:ext uri="{FF2B5EF4-FFF2-40B4-BE49-F238E27FC236}">
                <a16:creationId xmlns:a16="http://schemas.microsoft.com/office/drawing/2014/main" id="{52B5B5F1-5FB9-E9A0-70CE-7F664781873C}"/>
              </a:ext>
            </a:extLst>
          </p:cNvPr>
          <p:cNvSpPr/>
          <p:nvPr/>
        </p:nvSpPr>
        <p:spPr>
          <a:xfrm>
            <a:off x="5570151" y="2211495"/>
            <a:ext cx="654035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2 DR</a:t>
            </a:r>
          </a:p>
        </p:txBody>
      </p:sp>
      <p:cxnSp>
        <p:nvCxnSpPr>
          <p:cNvPr id="22" name="Conector de seta reta 294">
            <a:extLst>
              <a:ext uri="{FF2B5EF4-FFF2-40B4-BE49-F238E27FC236}">
                <a16:creationId xmlns:a16="http://schemas.microsoft.com/office/drawing/2014/main" id="{F23924B7-716B-F1CA-9DD8-D804EE5563FC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6224186" y="2301495"/>
            <a:ext cx="14370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ângulo: Cantos Arredondados 14">
            <a:extLst>
              <a:ext uri="{FF2B5EF4-FFF2-40B4-BE49-F238E27FC236}">
                <a16:creationId xmlns:a16="http://schemas.microsoft.com/office/drawing/2014/main" id="{D753064B-1619-8E8A-0A90-052373AE892F}"/>
              </a:ext>
            </a:extLst>
          </p:cNvPr>
          <p:cNvSpPr/>
          <p:nvPr/>
        </p:nvSpPr>
        <p:spPr>
          <a:xfrm>
            <a:off x="1788576" y="5322574"/>
            <a:ext cx="651037" cy="19841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SPION</a:t>
            </a:r>
          </a:p>
        </p:txBody>
      </p:sp>
      <p:cxnSp>
        <p:nvCxnSpPr>
          <p:cNvPr id="25" name="Conector de seta reta 153">
            <a:extLst>
              <a:ext uri="{FF2B5EF4-FFF2-40B4-BE49-F238E27FC236}">
                <a16:creationId xmlns:a16="http://schemas.microsoft.com/office/drawing/2014/main" id="{EFD5A176-85EF-9502-D674-AC306DC59723}"/>
              </a:ext>
            </a:extLst>
          </p:cNvPr>
          <p:cNvCxnSpPr>
            <a:cxnSpLocks/>
          </p:cNvCxnSpPr>
          <p:nvPr/>
        </p:nvCxnSpPr>
        <p:spPr>
          <a:xfrm flipV="1">
            <a:off x="2502343" y="5429090"/>
            <a:ext cx="20466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601F2EF-0937-2CAA-A8AF-22E9323578D5}"/>
              </a:ext>
            </a:extLst>
          </p:cNvPr>
          <p:cNvSpPr txBox="1"/>
          <p:nvPr/>
        </p:nvSpPr>
        <p:spPr>
          <a:xfrm>
            <a:off x="2426498" y="527733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9" name="Retângulo: Cantos Arredondados 23">
            <a:extLst>
              <a:ext uri="{FF2B5EF4-FFF2-40B4-BE49-F238E27FC236}">
                <a16:creationId xmlns:a16="http://schemas.microsoft.com/office/drawing/2014/main" id="{CFA821EE-D519-EA1C-FF97-5AB8EDA2CC0C}"/>
              </a:ext>
            </a:extLst>
          </p:cNvPr>
          <p:cNvSpPr/>
          <p:nvPr/>
        </p:nvSpPr>
        <p:spPr>
          <a:xfrm>
            <a:off x="5622662" y="5532041"/>
            <a:ext cx="684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VIVO CORD</a:t>
            </a:r>
          </a:p>
        </p:txBody>
      </p:sp>
      <p:cxnSp>
        <p:nvCxnSpPr>
          <p:cNvPr id="30" name="Conector de seta reta 349">
            <a:extLst>
              <a:ext uri="{FF2B5EF4-FFF2-40B4-BE49-F238E27FC236}">
                <a16:creationId xmlns:a16="http://schemas.microsoft.com/office/drawing/2014/main" id="{321345B6-DD5C-9AA2-8965-8E43854F07CB}"/>
              </a:ext>
            </a:extLst>
          </p:cNvPr>
          <p:cNvCxnSpPr>
            <a:stCxn id="29" idx="3"/>
          </p:cNvCxnSpPr>
          <p:nvPr/>
        </p:nvCxnSpPr>
        <p:spPr>
          <a:xfrm>
            <a:off x="6306662" y="5638617"/>
            <a:ext cx="1374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tângulo: Cantos Arredondados 23">
            <a:extLst>
              <a:ext uri="{FF2B5EF4-FFF2-40B4-BE49-F238E27FC236}">
                <a16:creationId xmlns:a16="http://schemas.microsoft.com/office/drawing/2014/main" id="{03FB4E68-1788-3C93-CDC7-BB430FB7BBDC}"/>
              </a:ext>
            </a:extLst>
          </p:cNvPr>
          <p:cNvSpPr/>
          <p:nvPr/>
        </p:nvSpPr>
        <p:spPr>
          <a:xfrm>
            <a:off x="5622662" y="501379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cxnSp>
        <p:nvCxnSpPr>
          <p:cNvPr id="32" name="Conector de seta reta 349">
            <a:extLst>
              <a:ext uri="{FF2B5EF4-FFF2-40B4-BE49-F238E27FC236}">
                <a16:creationId xmlns:a16="http://schemas.microsoft.com/office/drawing/2014/main" id="{747860D4-5B06-7BF3-DDD0-276A057E918B}"/>
              </a:ext>
            </a:extLst>
          </p:cNvPr>
          <p:cNvCxnSpPr>
            <a:stCxn id="31" idx="3"/>
          </p:cNvCxnSpPr>
          <p:nvPr/>
        </p:nvCxnSpPr>
        <p:spPr>
          <a:xfrm>
            <a:off x="6276698" y="5120375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0E3FF9B-0186-5BF3-CD34-20D25B83065F}"/>
              </a:ext>
            </a:extLst>
          </p:cNvPr>
          <p:cNvSpPr txBox="1"/>
          <p:nvPr/>
        </p:nvSpPr>
        <p:spPr>
          <a:xfrm>
            <a:off x="6215055" y="5479990"/>
            <a:ext cx="8464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700"/>
            </a:lvl1pPr>
          </a:lstStyle>
          <a:p>
            <a:r>
              <a:rPr lang="pt-BR"/>
              <a:t>IFB  GE TV VOZ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094FB7A-2B74-D550-73E4-CF164B640491}"/>
              </a:ext>
            </a:extLst>
          </p:cNvPr>
          <p:cNvSpPr txBox="1"/>
          <p:nvPr/>
        </p:nvSpPr>
        <p:spPr>
          <a:xfrm>
            <a:off x="6265073" y="46975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AB8CC1B-0660-5B12-D6D6-37C30ACB5574}"/>
              </a:ext>
            </a:extLst>
          </p:cNvPr>
          <p:cNvSpPr txBox="1"/>
          <p:nvPr/>
        </p:nvSpPr>
        <p:spPr>
          <a:xfrm>
            <a:off x="6265073" y="49642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78C5512-C4A4-004D-4E14-2A5568030703}"/>
              </a:ext>
            </a:extLst>
          </p:cNvPr>
          <p:cNvSpPr txBox="1"/>
          <p:nvPr/>
        </p:nvSpPr>
        <p:spPr>
          <a:xfrm>
            <a:off x="6265073" y="52213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7E0B766-51D3-6388-32A4-1BEBAD5517AB}"/>
              </a:ext>
            </a:extLst>
          </p:cNvPr>
          <p:cNvSpPr txBox="1"/>
          <p:nvPr/>
        </p:nvSpPr>
        <p:spPr>
          <a:xfrm>
            <a:off x="5906851" y="3175179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AUXILIAR+AUDIO PGM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0932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3110-A258-A423-82AE-FB81EB39F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F96C5544-41F7-AC9F-64AC-BD5A6BB020B7}"/>
              </a:ext>
            </a:extLst>
          </p:cNvPr>
          <p:cNvSpPr txBox="1"/>
          <p:nvPr/>
        </p:nvSpPr>
        <p:spPr>
          <a:xfrm>
            <a:off x="3199847" y="54341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94D891-9EEF-5860-2EA4-315CBC8B3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581FF11-BFED-417D-7A0F-5271823F3900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705FD48-2A7C-FC98-2F01-4E84012A99C6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IONxJB</a:t>
            </a: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 (JUNGLE ALTERADO PELO D2)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F631D2-7FCC-93AE-F1E8-4B09591424B5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A432A794-80CF-B735-09B7-71DE5E7AFE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32EAA546-C024-F005-1B1A-33DE69387819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27F679C5-34C3-8468-374B-8B73FB836E6D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259C7FF3-B8B0-C00E-F2B5-4849099634E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CF5E12D6-9B9C-BEFE-0ECC-8E027A0E00A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79621BBE-CD7E-BCA1-8367-D18536D2749A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JB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6E560B58-A97F-2418-840C-57A0D2A825F5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F4C2EF90-7C30-D8CC-4AD3-3C5BCEA3415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1E4AAA69-FA39-21E1-0B68-2043E28CB53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D8E9A3F5-B2C1-70D3-1653-9EEC2A53A18C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6522F3AD-AD02-89A1-097D-7F1626F50B2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125392E8-E37B-3287-D9B8-67ED3A898D3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65FDBAF6-C893-DA1A-2AB1-F0B6400F676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736D9E81-BE0E-DED6-F61E-284345DB39F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B178470E-CD47-E0BF-5FB1-6C82F9C675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1FCE3D01-9DC0-0748-8103-7CCDA97926A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23843C86-B314-5BB6-E3DC-3B97D4FF9E51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842743E0-2E0D-03C6-AD88-0049CC84D97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521D024D-C68E-FD50-A6E4-7CCA0AC7ED9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7A6B5BFB-69ED-B826-1A30-B630554078D3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1171037-4D50-85F1-3F36-C879BC7BB424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8553790-6C47-91BF-1538-DE2CE001F4C5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AF19941-A772-55F2-1B62-82C1F9A917D4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1B9E67C4-3EF3-FD35-0282-5B2FF0480B54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FF0000"/>
                </a:solidFill>
              </a:rPr>
              <a:t>COT</a:t>
            </a: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51AD77FE-5A5F-E314-4C9A-490A120E9A81}"/>
              </a:ext>
            </a:extLst>
          </p:cNvPr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4F991D6D-FE17-1977-D26D-A4879FE687B5}"/>
              </a:ext>
            </a:extLst>
          </p:cNvPr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21509552-A37C-2574-1E66-A3ACC052B4AF}"/>
              </a:ext>
            </a:extLst>
          </p:cNvPr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5CA37AD4-5C32-4538-6B70-BA0D2D6B1A5B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785A6219-00D1-0256-C240-C4CA756E7270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MUX TELÃO</a:t>
            </a: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4FB0D4EF-828F-5C77-F51E-0FA12515C1AA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345997FE-2DD3-4A38-6D10-9B35C1C74A7A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7EE9817A-20BB-3207-32B8-3216926625C8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E5352D5C-29E7-C48C-F077-527E48396DAA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FF0000"/>
                </a:solidFill>
              </a:rPr>
              <a:t>COT</a:t>
            </a: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DE5B4762-7937-0887-2F6F-0D01EB239341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66E3C2AB-19C0-50D8-0EEE-F76E94FCC4E2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BF495789-AB87-EEE3-FE44-B6391BDE2581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3D5C6A87-6C76-1530-0F78-7D14156D6678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77C30D30-00AE-3A68-41F5-8EB38D83C95F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AA6BC79A-6799-4F6E-6764-1503F24D83B8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41C1559C-87FA-4A43-4D0F-BBCC39A38429}"/>
              </a:ext>
            </a:extLst>
          </p:cNvPr>
          <p:cNvSpPr/>
          <p:nvPr/>
        </p:nvSpPr>
        <p:spPr>
          <a:xfrm>
            <a:off x="5579478" y="2110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250D49F4-A688-F603-4D4B-AB09EE34203A}"/>
              </a:ext>
            </a:extLst>
          </p:cNvPr>
          <p:cNvSpPr/>
          <p:nvPr/>
        </p:nvSpPr>
        <p:spPr>
          <a:xfrm>
            <a:off x="5579476" y="18090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CD0F786D-CB6B-D2EB-2E34-8763C6EAB141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57C30392-6D92-3E85-B0D9-4364DE81FB45}"/>
              </a:ext>
            </a:extLst>
          </p:cNvPr>
          <p:cNvCxnSpPr>
            <a:cxnSpLocks/>
          </p:cNvCxnSpPr>
          <p:nvPr/>
        </p:nvCxnSpPr>
        <p:spPr>
          <a:xfrm>
            <a:off x="6235404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076AF1F8-7990-8E55-FD99-EC816A598C6C}"/>
              </a:ext>
            </a:extLst>
          </p:cNvPr>
          <p:cNvCxnSpPr>
            <a:cxnSpLocks/>
          </p:cNvCxnSpPr>
          <p:nvPr/>
        </p:nvCxnSpPr>
        <p:spPr>
          <a:xfrm>
            <a:off x="6226105" y="191566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459592BB-4BEA-35C9-716F-ED43A44781A4}"/>
              </a:ext>
            </a:extLst>
          </p:cNvPr>
          <p:cNvCxnSpPr>
            <a:cxnSpLocks/>
          </p:cNvCxnSpPr>
          <p:nvPr/>
        </p:nvCxnSpPr>
        <p:spPr>
          <a:xfrm>
            <a:off x="6226205" y="221717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C5EBC25D-7C8A-71E7-1097-A076EAD539DE}"/>
              </a:ext>
            </a:extLst>
          </p:cNvPr>
          <p:cNvSpPr/>
          <p:nvPr/>
        </p:nvSpPr>
        <p:spPr>
          <a:xfrm>
            <a:off x="5579676" y="27136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DA5E9663-1B66-0FE8-C697-A14BECDE8865}"/>
              </a:ext>
            </a:extLst>
          </p:cNvPr>
          <p:cNvSpPr/>
          <p:nvPr/>
        </p:nvSpPr>
        <p:spPr>
          <a:xfrm>
            <a:off x="5579675" y="24121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22A50A2C-C31A-1801-96CB-4EEA7A14DF35}"/>
              </a:ext>
            </a:extLst>
          </p:cNvPr>
          <p:cNvCxnSpPr>
            <a:cxnSpLocks/>
          </p:cNvCxnSpPr>
          <p:nvPr/>
        </p:nvCxnSpPr>
        <p:spPr>
          <a:xfrm flipV="1">
            <a:off x="6226205" y="250208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33751C27-D563-A243-5AEA-10333CB5980F}"/>
              </a:ext>
            </a:extLst>
          </p:cNvPr>
          <p:cNvCxnSpPr>
            <a:cxnSpLocks/>
          </p:cNvCxnSpPr>
          <p:nvPr/>
        </p:nvCxnSpPr>
        <p:spPr>
          <a:xfrm flipV="1">
            <a:off x="6226205" y="2805202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59BD3D1C-1DD1-BDE6-1A47-DC977EA15E5C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A7A05C53-17CC-AFD6-18AE-4039B73CAC68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BCEA6C3A-1CAC-1A55-8F60-16AB0FB64DF6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CF53B67C-D356-0E9E-BF67-28DABE0DAE3E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>
            <a:extLst>
              <a:ext uri="{FF2B5EF4-FFF2-40B4-BE49-F238E27FC236}">
                <a16:creationId xmlns:a16="http://schemas.microsoft.com/office/drawing/2014/main" id="{B0E97AF5-71BC-14B7-351D-5FC767F8332D}"/>
              </a:ext>
            </a:extLst>
          </p:cNvPr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A8791F02-B162-541E-9D2E-CC985B1B1219}"/>
              </a:ext>
            </a:extLst>
          </p:cNvPr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16DEE56F-C9CE-97CC-F38F-6E2D185C01C6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BBB15563-CDB4-B396-5948-CB7575C13054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BC0BD90C-B301-A7E8-F1F3-BA9EB8629AE0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345" name="Conector de seta reta 344">
            <a:extLst>
              <a:ext uri="{FF2B5EF4-FFF2-40B4-BE49-F238E27FC236}">
                <a16:creationId xmlns:a16="http://schemas.microsoft.com/office/drawing/2014/main" id="{9142DDF6-DDA3-524D-42FE-CEEF2F57FCCD}"/>
              </a:ext>
            </a:extLst>
          </p:cNvPr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01AC6685-4F76-0C7A-7B26-204F007282D4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>
            <a:extLst>
              <a:ext uri="{FF2B5EF4-FFF2-40B4-BE49-F238E27FC236}">
                <a16:creationId xmlns:a16="http://schemas.microsoft.com/office/drawing/2014/main" id="{79447491-D970-43E9-86E3-6C56E79F154E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83A0BA42-0E28-FD55-0BC3-A7570996D34B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CD83C906-8B06-5ADB-AA3B-D2608AE4972E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4E0A8A24-1CFE-03F0-FBA5-1CD5192D92A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41DA9F83-7B47-F88B-211F-94355F62BE9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98C8ED7B-2536-11F0-9A93-D48CB4A10999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D3101516-C666-57D7-AFAE-577E0A199AAA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AF5735B0-F1BE-6FC4-27A4-B65D30EA56D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28F89319-66B6-5B2F-20B6-1C5C19C7336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95F27964-3B3D-F2A9-EB2B-55923FE8D9D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C904F1A9-D0AB-AAD7-8936-A93DDB07BAE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D402B101-A9D7-25A2-5578-A6DCB1F432A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92F5CB07-5080-5C73-8505-1202230CAD28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B26438FD-6277-6609-6DA1-3FDAF2CF596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58FBCD83-D429-2F73-E7FE-49E10336DA0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64791DA1-360E-C918-9A5B-07AD5FD14BB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28637532-DB93-5572-AF07-B9DE3A00EDC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FCA0F2E0-23B1-1042-405B-0B839995758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F391DCA4-586E-5001-F57A-28DC2F067F29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177EECB9-68EA-F7B6-8668-07154D2EE712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74438D67-8891-EACC-41EE-DAF75675D4B5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60098E82-EDC0-6658-0257-7082A3634B7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D2D75F4F-763F-1433-7A05-6C146080A46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E5D1299E-79DF-96B1-EEA1-093390C06BAD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EE5C5ABF-FDEC-687E-96D0-299BD7FD9CB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439512F3-086A-E5CF-AD7D-F008DC0742A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EBED7C34-4B22-7B49-712F-17D503733A5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33BF8E73-5147-F1FC-EF98-22755AC837B3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01505B35-D4A9-54F1-74BE-318083EAFFA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48C39E35-F94C-E2B1-3338-78D868871C8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A0BC673A-49C1-4413-0DF6-D9EE6074B0D7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A41093E4-F1DD-39E2-BD7D-8DB2BAD6B7E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91D05BAA-492F-D5BC-6D2D-55689229560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EA456A13-1CE6-3E76-BCF9-409863150DF6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A844A5AC-CF3E-BC9B-8615-BAFD0259751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9FED7246-324F-553B-66ED-A4B2A9F646E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CBF82FFE-0ACE-766A-E3C8-8C8D916129A2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70826183-9A3E-F54E-63D5-33EB309E5D09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D1CBED10-55FD-FA0E-B282-31D41537A6EC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CE71C8D9-BF2D-CFF9-D1FA-43F3EF01D21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83BDD497-CF22-3C21-766B-5744739218D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A726DA1C-D60B-A60C-D3D3-A604758DD200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0EFFB534-39C5-9E72-2AEA-A7D455ECA392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E11CBF5C-FE1C-E984-6ACB-B902C4FCC38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0803B6CD-633B-94EC-A1AB-F7A8006AEC6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2AFC0BBD-FBFA-DF38-3885-225FA5D4938B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6C5DB16E-2A39-CF67-DBA5-67AF524C51C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3A70DB4E-6FCF-48C1-384A-0E6B02EA6DA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45E042BF-0841-2A1C-7CD7-3F3801958BC0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FB3C0CA2-F628-612B-BACB-2705AB5C09D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CAA2012E-60B3-D50A-8AE5-B2FED22B234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72121B03-9D70-2FC3-D9A6-3F807324D30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87805469-C3B1-5F55-DDC9-4281AFE506B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6E7120D9-005B-DB42-762C-58297CB6BBE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C9B924DA-83FE-6056-5373-374F702EF851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A6CA0701-7AF7-7FAA-BC24-7351EEE3D0A3}"/>
              </a:ext>
            </a:extLst>
          </p:cNvPr>
          <p:cNvSpPr/>
          <p:nvPr/>
        </p:nvSpPr>
        <p:spPr>
          <a:xfrm>
            <a:off x="1779051" y="47165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PRE PT2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10F17514-0463-21D0-2F63-2922EFC41903}"/>
              </a:ext>
            </a:extLst>
          </p:cNvPr>
          <p:cNvSpPr/>
          <p:nvPr/>
        </p:nvSpPr>
        <p:spPr>
          <a:xfrm>
            <a:off x="1779049" y="44676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PRE PT1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12A68299-0741-759A-BD09-565ED15590BE}"/>
              </a:ext>
            </a:extLst>
          </p:cNvPr>
          <p:cNvCxnSpPr>
            <a:stCxn id="150" idx="3"/>
          </p:cNvCxnSpPr>
          <p:nvPr/>
        </p:nvCxnSpPr>
        <p:spPr>
          <a:xfrm flipV="1">
            <a:off x="2433085" y="456444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CCCCED71-A206-313E-206D-17CF50DC1462}"/>
              </a:ext>
            </a:extLst>
          </p:cNvPr>
          <p:cNvCxnSpPr>
            <a:stCxn id="149" idx="3"/>
          </p:cNvCxnSpPr>
          <p:nvPr/>
        </p:nvCxnSpPr>
        <p:spPr>
          <a:xfrm flipV="1">
            <a:off x="2433085" y="4823046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B397D1DC-083C-E579-8920-2F82A87268AC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52D1BE8F-A2B7-B950-B297-EF12B60B64CB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3B7CB179-06DA-F794-981B-3A7807B95BBF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45750E-CED8-91B8-2B77-F9F6C4B5EE9E}"/>
              </a:ext>
            </a:extLst>
          </p:cNvPr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09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6508F82F-89D1-9190-193D-4A8CD80BF0BF}"/>
              </a:ext>
            </a:extLst>
          </p:cNvPr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10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5BFC2407-CB50-8FC3-7C63-1FF1CC1070EE}"/>
              </a:ext>
            </a:extLst>
          </p:cNvPr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11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BE116A90-7E05-8258-B40D-FE055EEC1AEC}"/>
              </a:ext>
            </a:extLst>
          </p:cNvPr>
          <p:cNvSpPr txBox="1"/>
          <p:nvPr/>
        </p:nvSpPr>
        <p:spPr>
          <a:xfrm>
            <a:off x="2646181" y="285636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1 LAWO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2BCD0443-E307-1578-F85F-F78B2C31CABC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16B0F0C2-A0F7-6D5E-36BB-007B95669743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2BC619A6-4D8D-06AC-F3CF-1677C44DE64A}"/>
              </a:ext>
            </a:extLst>
          </p:cNvPr>
          <p:cNvSpPr txBox="1"/>
          <p:nvPr/>
        </p:nvSpPr>
        <p:spPr>
          <a:xfrm>
            <a:off x="2444874" y="44072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DD7C17EE-6AF1-B528-23FF-F84A31987030}"/>
              </a:ext>
            </a:extLst>
          </p:cNvPr>
          <p:cNvSpPr txBox="1"/>
          <p:nvPr/>
        </p:nvSpPr>
        <p:spPr>
          <a:xfrm>
            <a:off x="2441696" y="46712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E9C7E7C0-FC7B-D10D-9A1D-F7DC4B1E19E3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4DFF25FE-45B0-69BF-A322-5FF87A71DC67}"/>
              </a:ext>
            </a:extLst>
          </p:cNvPr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REMOTE/IFB</a:t>
            </a: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68453AAC-1C08-87BA-8821-04BC95755408}"/>
              </a:ext>
            </a:extLst>
          </p:cNvPr>
          <p:cNvSpPr txBox="1"/>
          <p:nvPr/>
        </p:nvSpPr>
        <p:spPr>
          <a:xfrm>
            <a:off x="6475541" y="5851560"/>
            <a:ext cx="6143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B3AD390-6E93-0843-D397-A58F30E34E3E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956785F6-31AA-FF3B-16FF-1FE2D70DFE05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6E3FC0D-27E9-4FF9-9929-45F8CDA22D06}"/>
              </a:ext>
            </a:extLst>
          </p:cNvPr>
          <p:cNvSpPr/>
          <p:nvPr/>
        </p:nvSpPr>
        <p:spPr>
          <a:xfrm>
            <a:off x="1786179" y="24344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FD9511BA-B104-3364-0640-30E6966354CA}"/>
              </a:ext>
            </a:extLst>
          </p:cNvPr>
          <p:cNvCxnSpPr>
            <a:stCxn id="17" idx="3"/>
          </p:cNvCxnSpPr>
          <p:nvPr/>
        </p:nvCxnSpPr>
        <p:spPr>
          <a:xfrm flipV="1">
            <a:off x="2440213" y="2541011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9E4DBC3-1214-CE46-D8E9-2D37238D0398}"/>
              </a:ext>
            </a:extLst>
          </p:cNvPr>
          <p:cNvSpPr txBox="1"/>
          <p:nvPr/>
        </p:nvSpPr>
        <p:spPr>
          <a:xfrm>
            <a:off x="2441738" y="2377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12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1DD76D4D-D2D2-F16A-E239-703461172887}"/>
              </a:ext>
            </a:extLst>
          </p:cNvPr>
          <p:cNvSpPr/>
          <p:nvPr/>
        </p:nvSpPr>
        <p:spPr>
          <a:xfrm>
            <a:off x="5564662" y="30151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3411F8E0-A3AF-E0C1-E360-677005386FD2}"/>
              </a:ext>
            </a:extLst>
          </p:cNvPr>
          <p:cNvCxnSpPr>
            <a:cxnSpLocks/>
          </p:cNvCxnSpPr>
          <p:nvPr/>
        </p:nvCxnSpPr>
        <p:spPr>
          <a:xfrm>
            <a:off x="62262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F98C539F-38B7-2FEA-B2B5-1CC2B7C37569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CRD PT2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AE63BF17-18AC-8C33-E6AA-8F94E1F9F5C3}"/>
              </a:ext>
            </a:extLst>
          </p:cNvPr>
          <p:cNvCxnSpPr>
            <a:cxnSpLocks/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1B5AD258-6A77-E6EE-8D03-46403424F2B0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CRD PT1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F47EA62A-1238-7B73-75AC-40708F2424F2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AF176E8D-A6E0-CD8B-B250-0A517ABB3FA7}"/>
              </a:ext>
            </a:extLst>
          </p:cNvPr>
          <p:cNvSpPr txBox="1"/>
          <p:nvPr/>
        </p:nvSpPr>
        <p:spPr>
          <a:xfrm>
            <a:off x="3199847" y="567595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2" name="Retângulo: Cantos Arredondados 14">
            <a:extLst>
              <a:ext uri="{FF2B5EF4-FFF2-40B4-BE49-F238E27FC236}">
                <a16:creationId xmlns:a16="http://schemas.microsoft.com/office/drawing/2014/main" id="{1C5ED36B-F884-ED0B-6BB4-43997F16F0A7}"/>
              </a:ext>
            </a:extLst>
          </p:cNvPr>
          <p:cNvSpPr/>
          <p:nvPr/>
        </p:nvSpPr>
        <p:spPr>
          <a:xfrm>
            <a:off x="3870320" y="524065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MUX AUX TELAO*</a:t>
            </a:r>
          </a:p>
        </p:txBody>
      </p: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D747FDDB-BA57-81D6-B08C-DB1090172A5A}"/>
              </a:ext>
            </a:extLst>
          </p:cNvPr>
          <p:cNvCxnSpPr>
            <a:stCxn id="172" idx="1"/>
          </p:cNvCxnSpPr>
          <p:nvPr/>
        </p:nvCxnSpPr>
        <p:spPr>
          <a:xfrm flipH="1">
            <a:off x="1691425" y="534723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8EABFD3F-2322-E4E1-D0F1-C41F0B2C8F56}"/>
              </a:ext>
            </a:extLst>
          </p:cNvPr>
          <p:cNvSpPr txBox="1"/>
          <p:nvPr/>
        </p:nvSpPr>
        <p:spPr>
          <a:xfrm>
            <a:off x="3193497" y="51865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err="1"/>
              <a:t>MxCOM</a:t>
            </a:r>
            <a:endParaRPr lang="pt-BR" sz="700"/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3F057655-73DA-74C9-20BC-D54396C17D6B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TALKBACK</a:t>
            </a: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83F8A7B9-3BC1-A708-9B8E-8F7D3A8D9281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50D40F44-DCE8-509E-0D6D-936E653C621E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183" name="Retângulo: Cantos Arredondados 14">
            <a:extLst>
              <a:ext uri="{FF2B5EF4-FFF2-40B4-BE49-F238E27FC236}">
                <a16:creationId xmlns:a16="http://schemas.microsoft.com/office/drawing/2014/main" id="{3AC3339C-9F5B-CA26-79B4-97814A843E80}"/>
              </a:ext>
            </a:extLst>
          </p:cNvPr>
          <p:cNvSpPr/>
          <p:nvPr/>
        </p:nvSpPr>
        <p:spPr>
          <a:xfrm>
            <a:off x="6989145" y="541817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FOLDBACK</a:t>
            </a:r>
          </a:p>
        </p:txBody>
      </p:sp>
      <p:cxnSp>
        <p:nvCxnSpPr>
          <p:cNvPr id="184" name="Conector de seta reta 183">
            <a:extLst>
              <a:ext uri="{FF2B5EF4-FFF2-40B4-BE49-F238E27FC236}">
                <a16:creationId xmlns:a16="http://schemas.microsoft.com/office/drawing/2014/main" id="{ACCC9EA3-2D3E-68F8-6F72-9E5FA99AC5FF}"/>
              </a:ext>
            </a:extLst>
          </p:cNvPr>
          <p:cNvCxnSpPr/>
          <p:nvPr/>
        </p:nvCxnSpPr>
        <p:spPr>
          <a:xfrm flipH="1" flipV="1">
            <a:off x="5495186" y="5523279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A3F4B360-3375-99ED-BEBA-F789C591B5D4}"/>
              </a:ext>
            </a:extLst>
          </p:cNvPr>
          <p:cNvSpPr txBox="1"/>
          <p:nvPr/>
        </p:nvSpPr>
        <p:spPr>
          <a:xfrm>
            <a:off x="6484327" y="5363343"/>
            <a:ext cx="6055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52704C-C9B5-0A17-CF81-823EA7BEA481}"/>
              </a:ext>
            </a:extLst>
          </p:cNvPr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A02C518-58AB-A003-397E-9E68FE957038}"/>
              </a:ext>
            </a:extLst>
          </p:cNvPr>
          <p:cNvSpPr txBox="1"/>
          <p:nvPr/>
        </p:nvSpPr>
        <p:spPr>
          <a:xfrm>
            <a:off x="1081493" y="6531367"/>
            <a:ext cx="3961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*</a:t>
            </a:r>
            <a:r>
              <a:rPr lang="pt-BR" sz="800" err="1"/>
              <a:t>Talkback</a:t>
            </a:r>
            <a:r>
              <a:rPr lang="pt-BR" sz="800"/>
              <a:t> (ch1), </a:t>
            </a:r>
            <a:r>
              <a:rPr lang="pt-BR" sz="800" err="1"/>
              <a:t>Foldback</a:t>
            </a:r>
            <a:r>
              <a:rPr lang="pt-BR" sz="800"/>
              <a:t> (ch2), Ponto 1(ch3) e Ponto 2 (ch4) </a:t>
            </a:r>
          </a:p>
        </p:txBody>
      </p:sp>
      <p:sp>
        <p:nvSpPr>
          <p:cNvPr id="8" name="Retângulo: Cantos Arredondados 14">
            <a:extLst>
              <a:ext uri="{FF2B5EF4-FFF2-40B4-BE49-F238E27FC236}">
                <a16:creationId xmlns:a16="http://schemas.microsoft.com/office/drawing/2014/main" id="{BC18FBDC-117D-E1AA-4158-30C651F455E7}"/>
              </a:ext>
            </a:extLst>
          </p:cNvPr>
          <p:cNvSpPr/>
          <p:nvPr/>
        </p:nvSpPr>
        <p:spPr>
          <a:xfrm>
            <a:off x="1785147" y="496951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+CAM-GE</a:t>
            </a:r>
          </a:p>
        </p:txBody>
      </p:sp>
      <p:cxnSp>
        <p:nvCxnSpPr>
          <p:cNvPr id="11" name="Conector de seta reta 153">
            <a:extLst>
              <a:ext uri="{FF2B5EF4-FFF2-40B4-BE49-F238E27FC236}">
                <a16:creationId xmlns:a16="http://schemas.microsoft.com/office/drawing/2014/main" id="{39B2DBC8-11D7-4DBA-11DA-22C6AD48A33A}"/>
              </a:ext>
            </a:extLst>
          </p:cNvPr>
          <p:cNvCxnSpPr>
            <a:stCxn id="8" idx="3"/>
          </p:cNvCxnSpPr>
          <p:nvPr/>
        </p:nvCxnSpPr>
        <p:spPr>
          <a:xfrm flipV="1">
            <a:off x="2439181" y="507603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69242EE-A5ED-D91F-EB9F-F9D5FF90B527}"/>
              </a:ext>
            </a:extLst>
          </p:cNvPr>
          <p:cNvSpPr txBox="1"/>
          <p:nvPr/>
        </p:nvSpPr>
        <p:spPr>
          <a:xfrm>
            <a:off x="2447792" y="49242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6" name="Retângulo: Cantos Arredondados 17">
            <a:extLst>
              <a:ext uri="{FF2B5EF4-FFF2-40B4-BE49-F238E27FC236}">
                <a16:creationId xmlns:a16="http://schemas.microsoft.com/office/drawing/2014/main" id="{1ABA8A29-B8C3-0FEE-4952-062549EDBF99}"/>
              </a:ext>
            </a:extLst>
          </p:cNvPr>
          <p:cNvSpPr/>
          <p:nvPr/>
        </p:nvSpPr>
        <p:spPr>
          <a:xfrm>
            <a:off x="5601749" y="4480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+CAM-GE</a:t>
            </a:r>
          </a:p>
        </p:txBody>
      </p:sp>
      <p:cxnSp>
        <p:nvCxnSpPr>
          <p:cNvPr id="23" name="Conector de seta reta 152">
            <a:extLst>
              <a:ext uri="{FF2B5EF4-FFF2-40B4-BE49-F238E27FC236}">
                <a16:creationId xmlns:a16="http://schemas.microsoft.com/office/drawing/2014/main" id="{CBC3A187-0B42-C764-E0D7-4DEDC0DAF695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255785" y="4577140"/>
            <a:ext cx="1425703" cy="9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EDFCF26-BD73-4A57-7C1F-911AA461350E}"/>
              </a:ext>
            </a:extLst>
          </p:cNvPr>
          <p:cNvSpPr txBox="1"/>
          <p:nvPr/>
        </p:nvSpPr>
        <p:spPr>
          <a:xfrm>
            <a:off x="6267574" y="44199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7D65779-4EB7-AD26-6B12-0AF9B6A47FC9}"/>
              </a:ext>
            </a:extLst>
          </p:cNvPr>
          <p:cNvSpPr txBox="1"/>
          <p:nvPr/>
        </p:nvSpPr>
        <p:spPr>
          <a:xfrm>
            <a:off x="6227225" y="144910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DMX 6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FD486BA-6EB2-9572-9B43-4D4643DD57B8}"/>
              </a:ext>
            </a:extLst>
          </p:cNvPr>
          <p:cNvSpPr txBox="1"/>
          <p:nvPr/>
        </p:nvSpPr>
        <p:spPr>
          <a:xfrm>
            <a:off x="6233159" y="172782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DMX 7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25A97EF-FB0B-9123-F367-AFFAD2035D00}"/>
              </a:ext>
            </a:extLst>
          </p:cNvPr>
          <p:cNvSpPr txBox="1"/>
          <p:nvPr/>
        </p:nvSpPr>
        <p:spPr>
          <a:xfrm>
            <a:off x="6236722" y="20350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DMX 8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4A8BBD0-0E76-BFB9-58E4-04FAB996D093}"/>
              </a:ext>
            </a:extLst>
          </p:cNvPr>
          <p:cNvSpPr txBox="1"/>
          <p:nvPr/>
        </p:nvSpPr>
        <p:spPr>
          <a:xfrm>
            <a:off x="6241081" y="233314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DMX 9</a:t>
            </a:r>
          </a:p>
        </p:txBody>
      </p:sp>
    </p:spTree>
    <p:extLst>
      <p:ext uri="{BB962C8B-B14F-4D97-AF65-F5344CB8AC3E}">
        <p14:creationId xmlns:p14="http://schemas.microsoft.com/office/powerpoint/2010/main" val="3346053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0D9F-7C22-C002-6237-B2826FD7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B6C8B6-73CB-C602-11BC-218953C0D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195AA27-63B2-241F-D70A-6B5FA80FF3B1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3BE73228-3CF8-E899-1E7B-D61AD99EFEE5}"/>
              </a:ext>
            </a:extLst>
          </p:cNvPr>
          <p:cNvSpPr/>
          <p:nvPr/>
        </p:nvSpPr>
        <p:spPr>
          <a:xfrm>
            <a:off x="72571" y="-32486"/>
            <a:ext cx="10011305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/>
              </a:rPr>
              <a:t>ION x SITE TVG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8219E2D-4886-9A87-40D6-A85DB1025F8D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2D2204F-B1B2-A8F4-6AA7-A2E5B85AA4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E20A42D7-AE6C-8957-9C47-C7EB3BC91A9C}"/>
              </a:ext>
            </a:extLst>
          </p:cNvPr>
          <p:cNvGrpSpPr/>
          <p:nvPr/>
        </p:nvGrpSpPr>
        <p:grpSpPr>
          <a:xfrm>
            <a:off x="130577" y="927269"/>
            <a:ext cx="1945405" cy="656970"/>
            <a:chOff x="3965206" y="542715"/>
            <a:chExt cx="1540664" cy="756519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B60E9D04-424E-EBEB-F961-DD7D3A39C305}"/>
                </a:ext>
              </a:extLst>
            </p:cNvPr>
            <p:cNvGrpSpPr/>
            <p:nvPr/>
          </p:nvGrpSpPr>
          <p:grpSpPr>
            <a:xfrm>
              <a:off x="3976592" y="542715"/>
              <a:ext cx="1329927" cy="190215"/>
              <a:chOff x="3976592" y="542715"/>
              <a:chExt cx="1329927" cy="190215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1414BE12-4FB9-2127-2512-4DA8055B543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12F3990B-3EE3-0370-C524-99EEE05C023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6E572C02-365C-FE46-4CF1-47C7D688597C}"/>
                  </a:ext>
                </a:extLst>
              </p:cNvPr>
              <p:cNvSpPr/>
              <p:nvPr/>
            </p:nvSpPr>
            <p:spPr>
              <a:xfrm>
                <a:off x="3976592" y="542715"/>
                <a:ext cx="1329927" cy="134820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Estúdio:  JB/SP/RCE/BHE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569276B4-D386-6941-8292-9E5E4DD99960}"/>
                </a:ext>
              </a:extLst>
            </p:cNvPr>
            <p:cNvGrpSpPr/>
            <p:nvPr/>
          </p:nvGrpSpPr>
          <p:grpSpPr>
            <a:xfrm>
              <a:off x="3965206" y="656134"/>
              <a:ext cx="1540664" cy="260130"/>
              <a:chOff x="3965206" y="511086"/>
              <a:chExt cx="1540664" cy="260130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911028D1-B31E-4304-63C8-1C1316EA1BD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43B20FEB-43D1-84AA-9FC1-ED73172DBCA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948DA849-EC5B-25AF-82AD-B40973FE8941}"/>
                  </a:ext>
                </a:extLst>
              </p:cNvPr>
              <p:cNvSpPr/>
              <p:nvPr/>
            </p:nvSpPr>
            <p:spPr>
              <a:xfrm>
                <a:off x="3965206" y="511086"/>
                <a:ext cx="1540664" cy="260130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Controle:  JB/SP/RCE/BHE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CF958F62-47F9-7F35-6FF1-2A68149D4FDB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7939E0FA-5005-D93C-93F0-652089476FB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95A45C2F-2087-F6A3-0708-5679395F5A9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390487DD-8B84-7185-1965-7F98BBC118D3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262B1689-7F33-46C6-0178-1C2779B6F62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1AA16CBE-8C15-ADC2-1385-871732362ED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39257FD7-6971-CB34-642E-BDF00D224B33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F5FBED5F-7BA9-25B5-1EA6-6AA34CD88BF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6D97B27A-13EE-C9E1-F7E2-F4B1521504A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36EF71DE-C090-8257-7872-E3B2096B2357}"/>
              </a:ext>
            </a:extLst>
          </p:cNvPr>
          <p:cNvSpPr/>
          <p:nvPr/>
        </p:nvSpPr>
        <p:spPr>
          <a:xfrm>
            <a:off x="115891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 TVG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3D2401F9-4EC2-00E5-84DB-89E1A151A90F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EXT </a:t>
            </a:r>
          </a:p>
        </p:txBody>
      </p: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31C5C72F-C7FD-BBE9-A20D-1D8939FFED95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225348CD-F08D-CFCD-3E05-72681856733B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71FFF65C-2F90-5747-CB02-4BD9FD3CE2ED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331D1B98-AF22-1C32-8046-F26A78028B57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EXT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05B39F1B-CAF1-9C5A-227F-94F5C5D3AB0A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9E226DC9-0A9B-3C7E-E5D0-150C5B5B438F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A2B2B5FA-B8E6-2D0C-50CA-94C456AF4682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CE9BE6CE-72ED-268C-02A7-8AFE5E47F77C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B6A52248-34A8-4A60-50FF-A46C81C05098}"/>
              </a:ext>
            </a:extLst>
          </p:cNvPr>
          <p:cNvSpPr/>
          <p:nvPr/>
        </p:nvSpPr>
        <p:spPr>
          <a:xfrm>
            <a:off x="5581964" y="190706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1154FB49-60D5-9FEA-009C-AA6BFF624786}"/>
              </a:ext>
            </a:extLst>
          </p:cNvPr>
          <p:cNvSpPr/>
          <p:nvPr/>
        </p:nvSpPr>
        <p:spPr>
          <a:xfrm>
            <a:off x="5581963" y="159480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20" name="Conector de seta reta 319">
            <a:extLst>
              <a:ext uri="{FF2B5EF4-FFF2-40B4-BE49-F238E27FC236}">
                <a16:creationId xmlns:a16="http://schemas.microsoft.com/office/drawing/2014/main" id="{D9586099-A448-31C2-8DC7-25DACC5C9DFD}"/>
              </a:ext>
            </a:extLst>
          </p:cNvPr>
          <p:cNvCxnSpPr>
            <a:cxnSpLocks/>
            <a:stCxn id="319" idx="3"/>
          </p:cNvCxnSpPr>
          <p:nvPr/>
        </p:nvCxnSpPr>
        <p:spPr>
          <a:xfrm>
            <a:off x="6235999" y="170138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7DF0F8B0-1EE6-456E-A67C-EE6240A95EE9}"/>
              </a:ext>
            </a:extLst>
          </p:cNvPr>
          <p:cNvCxnSpPr>
            <a:cxnSpLocks/>
            <a:stCxn id="318" idx="3"/>
          </p:cNvCxnSpPr>
          <p:nvPr/>
        </p:nvCxnSpPr>
        <p:spPr>
          <a:xfrm>
            <a:off x="6236000" y="201364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24871D05-9569-CA68-1C71-0919DA3FF960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46ED63BF-907D-F698-E403-2830E2C7A7EB}"/>
              </a:ext>
            </a:extLst>
          </p:cNvPr>
          <p:cNvGrpSpPr/>
          <p:nvPr/>
        </p:nvGrpSpPr>
        <p:grpSpPr>
          <a:xfrm>
            <a:off x="9332207" y="4048193"/>
            <a:ext cx="269559" cy="631838"/>
            <a:chOff x="4082569" y="667396"/>
            <a:chExt cx="269559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5C40D1E3-4846-1B91-4620-F8F65E68A581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8CAC4BA8-7F55-81B4-7E9D-147BA15AABD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12E6126F-29BC-64E2-7BC9-3CD7C58731E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D409CA5B-D99D-E7DB-5EC9-02A984F464D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3DF11FB2-E705-E23C-61D0-C93D81CE45C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0A08DE3E-92B5-610D-D4F8-E4E6C5EA31E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534400C8-37DB-F4D1-403F-43B79CB0EB8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633748E1-54B6-18B0-597D-1B91990E4BD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620183CE-955A-443C-B2BF-E6DFFA2D6FD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2FF5FBA7-16F5-6428-C024-3C0B154BEE9E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0F0E4F75-4B2A-398B-1D6A-E1B180E1276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DD5D4819-B1D1-0B5F-0A90-01F28101774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A28CB61D-37F4-18EF-C5AA-78A04205762F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9F131D5C-47D1-FB98-C1F7-CDC2AD9BB29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0DE70EFB-264F-CF3B-48B1-7F2F6D9EE28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B0D189FB-5FC1-ED94-ECF8-227147E4407C}"/>
              </a:ext>
            </a:extLst>
          </p:cNvPr>
          <p:cNvGrpSpPr/>
          <p:nvPr/>
        </p:nvGrpSpPr>
        <p:grpSpPr>
          <a:xfrm>
            <a:off x="9051998" y="4878885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8058A323-DECD-6059-F59A-D1D91317CA3F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DB507FFB-57B8-915F-FE78-F5B461CB3D3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C8F67A64-8EB6-A4B0-E032-7B328CA39B6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73FB6C16-67D3-DFAB-8838-9644487A3BDB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9E5C7526-9C99-3092-2890-D0A04FDFE3F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1CE04942-9593-D7CC-FA61-2743B072A79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9FAF2378-8D8F-6528-0599-FBF5C369C04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213DFD36-92F0-522C-1C0D-330C004E44C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8EAF5496-2A0D-6742-636F-6672A8AB7DA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30B3D81C-A976-E2E9-C3AA-2D0BAD7F2F5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FE2020BF-BF31-CBEC-99F7-BCC0A8B11A83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A2ED41E5-C476-C3CE-2961-0B17D612880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D0A8015F-945B-AC97-4BD9-F9A7FF903F5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6A1553B3-A1AF-C881-B92E-0BFFCDC84E7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96CE4E43-EE76-FBE4-3C64-17E427050C3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E651F1F8-57CF-F9FA-38C9-2E3CC754913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7E0C9E63-4DF8-BBA6-E468-DC6739D232DE}"/>
              </a:ext>
            </a:extLst>
          </p:cNvPr>
          <p:cNvSpPr/>
          <p:nvPr/>
        </p:nvSpPr>
        <p:spPr>
          <a:xfrm>
            <a:off x="9101864" y="449649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91FF7EDF-ED28-D54F-9A9C-60FB93015B5C}"/>
              </a:ext>
            </a:extLst>
          </p:cNvPr>
          <p:cNvGrpSpPr/>
          <p:nvPr/>
        </p:nvGrpSpPr>
        <p:grpSpPr>
          <a:xfrm>
            <a:off x="9055040" y="5748770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E2451A50-5183-E7B8-B4B7-098CDF8DE553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AC601BE6-2B9E-492F-A644-0732ED7D677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20187569-1D5D-FF6F-9461-81B9107A8B4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C344D986-76A6-070C-6067-F5D84191989B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5834702E-0470-6D22-209D-E4B499F9BFD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00CD4A83-A467-602B-2C0D-1F4601056ED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B2B25E5F-99F8-BF55-8896-8954CF9EF3A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AA60957D-6D08-3FFF-2B23-28C622CBA25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AC8A77B8-D893-D141-4D6C-9CD90C74CCF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8091796B-B221-E751-6AF7-1BF605D206A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A2712ED6-F88E-5338-6453-637A89B71FFC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748252F2-7F31-B1AB-7552-3990997422A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01E98293-267D-E085-087A-C53C27DABE6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97757E5E-3010-B004-AB97-32C5A79DF92C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6FE36154-0241-E90F-312A-5CE63F10E80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B936E2B4-E433-ACDD-A46B-F9AED174FE4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5CE73DA5-790E-A011-B213-B339CA2ADD34}"/>
              </a:ext>
            </a:extLst>
          </p:cNvPr>
          <p:cNvSpPr/>
          <p:nvPr/>
        </p:nvSpPr>
        <p:spPr>
          <a:xfrm>
            <a:off x="9104907" y="5307741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7922E424-44D8-6C3C-1781-DEDDCFF6106D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257AAA0C-57BE-6238-68B1-9B2BE1E4EB3C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17669C09-2EE2-12D6-1847-866BF404BD99}"/>
              </a:ext>
            </a:extLst>
          </p:cNvPr>
          <p:cNvSpPr/>
          <p:nvPr/>
        </p:nvSpPr>
        <p:spPr>
          <a:xfrm>
            <a:off x="5580819" y="22165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 SEM SONO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E1C3E599-E290-E07B-DA3C-CAD0F569ECCD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7D3FF670-A931-3A45-2EFA-834321FDACAA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49408BDF-B58F-785F-F3DA-D539C91F40DA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4A76B76E-4983-7E28-5318-E78FB738BB8E}"/>
              </a:ext>
            </a:extLst>
          </p:cNvPr>
          <p:cNvSpPr txBox="1"/>
          <p:nvPr/>
        </p:nvSpPr>
        <p:spPr>
          <a:xfrm>
            <a:off x="7396394" y="1500110"/>
            <a:ext cx="349006" cy="123735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pt-BR" sz="900"/>
              <a:t>GRAVAR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6BE59F9-0E73-BB97-3CEE-B96FA446160B}"/>
              </a:ext>
            </a:extLst>
          </p:cNvPr>
          <p:cNvSpPr txBox="1"/>
          <p:nvPr/>
        </p:nvSpPr>
        <p:spPr>
          <a:xfrm>
            <a:off x="1099038" y="6339346"/>
            <a:ext cx="3961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*</a:t>
            </a:r>
            <a:r>
              <a:rPr lang="pt-BR" sz="800" err="1"/>
              <a:t>Talkback</a:t>
            </a:r>
            <a:r>
              <a:rPr lang="pt-BR" sz="800"/>
              <a:t> (ch1), </a:t>
            </a:r>
            <a:r>
              <a:rPr lang="pt-BR" sz="800" err="1"/>
              <a:t>Foldback</a:t>
            </a:r>
            <a:r>
              <a:rPr lang="pt-BR" sz="800"/>
              <a:t> (ch2), Ponto 1(ch3) e Ponto 2 (ch4) </a:t>
            </a:r>
          </a:p>
        </p:txBody>
      </p:sp>
      <p:cxnSp>
        <p:nvCxnSpPr>
          <p:cNvPr id="31" name="Conector de seta reta 320">
            <a:extLst>
              <a:ext uri="{FF2B5EF4-FFF2-40B4-BE49-F238E27FC236}">
                <a16:creationId xmlns:a16="http://schemas.microsoft.com/office/drawing/2014/main" id="{34C165A0-2D7F-9510-D9CA-B79051D5F08C}"/>
              </a:ext>
            </a:extLst>
          </p:cNvPr>
          <p:cNvCxnSpPr>
            <a:cxnSpLocks/>
            <a:stCxn id="138" idx="3"/>
          </p:cNvCxnSpPr>
          <p:nvPr/>
        </p:nvCxnSpPr>
        <p:spPr>
          <a:xfrm>
            <a:off x="6234855" y="232313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17">
            <a:extLst>
              <a:ext uri="{FF2B5EF4-FFF2-40B4-BE49-F238E27FC236}">
                <a16:creationId xmlns:a16="http://schemas.microsoft.com/office/drawing/2014/main" id="{2E1426AD-BE92-3DB0-CD46-D2ECD4828C4E}"/>
              </a:ext>
            </a:extLst>
          </p:cNvPr>
          <p:cNvSpPr/>
          <p:nvPr/>
        </p:nvSpPr>
        <p:spPr>
          <a:xfrm>
            <a:off x="1779049" y="204697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cxnSp>
        <p:nvCxnSpPr>
          <p:cNvPr id="36" name="Conector de seta reta 320">
            <a:extLst>
              <a:ext uri="{FF2B5EF4-FFF2-40B4-BE49-F238E27FC236}">
                <a16:creationId xmlns:a16="http://schemas.microsoft.com/office/drawing/2014/main" id="{58E86C8E-82C7-CECA-E230-921C8B76756F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2433085" y="2153550"/>
            <a:ext cx="2141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tângulo: Cantos Arredondados 17">
            <a:extLst>
              <a:ext uri="{FF2B5EF4-FFF2-40B4-BE49-F238E27FC236}">
                <a16:creationId xmlns:a16="http://schemas.microsoft.com/office/drawing/2014/main" id="{9F610465-0206-B86A-9A3F-DDF418AD3D83}"/>
              </a:ext>
            </a:extLst>
          </p:cNvPr>
          <p:cNvSpPr/>
          <p:nvPr/>
        </p:nvSpPr>
        <p:spPr>
          <a:xfrm>
            <a:off x="1777904" y="235646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 SEM SONO</a:t>
            </a:r>
          </a:p>
        </p:txBody>
      </p:sp>
      <p:cxnSp>
        <p:nvCxnSpPr>
          <p:cNvPr id="38" name="Conector de seta reta 320">
            <a:extLst>
              <a:ext uri="{FF2B5EF4-FFF2-40B4-BE49-F238E27FC236}">
                <a16:creationId xmlns:a16="http://schemas.microsoft.com/office/drawing/2014/main" id="{9716E820-B6F3-FB2A-D49E-941DD2539CE2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2431940" y="2463040"/>
            <a:ext cx="21421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034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7355-2E31-518C-BFDC-E7BDBB6F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AE96C6-ADCA-DFE0-D65E-9B41BA96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B990B0F-F40F-811F-4F4B-52FBA2451012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665F38E6-59DC-1C5F-3A59-5DFBDE436483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IONxEG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C0AABD4-8BFB-3003-C45D-656D6D84F2F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88F9B2A-6D41-02DE-B1F1-9434BC1B73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86B25166-34AB-9A20-8396-2572E80504E8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24705E5F-B7A9-5177-8FC6-A380E5C7CA89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3B17B63E-FBF0-D6AB-2DB6-EF38B86D2F3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5C27C53F-903F-EFE4-81D1-76EA7009172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93DFF928-C7C7-7369-B20E-A089B8F70D9B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MG3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BD9481C6-7BC6-7CEC-3C85-F45B17F28FE5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822E9E91-D391-F8C7-7E31-CD2ADB0FC79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F264EF67-144E-27E5-4ED0-7FE97538DA0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49F8CCEE-7AB8-591A-7A6F-49E57FA2C2EE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B ION 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4728C652-0B91-599D-E5E4-FE9AB42847AE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88BD1B1F-1FE1-3B17-E74D-C35626030E7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89A076E2-5D32-A96A-0A4C-F2734A0818D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28D8A2E0-A01A-4616-0AE0-56335F060837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DAF1CDDC-34A2-E13F-4FC1-AD3A93A24C7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EBE97024-1B8E-2563-2D00-92475E6D42A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F0713270-4EEC-2897-DDFB-7D1C57F01EF9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F69C6D24-10BD-BAFE-0B8D-9049C0D2EF8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4A431981-0C82-4212-8EB0-03550D72B50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AD6EF494-160C-E21F-D175-5DBCFD9209CD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8613D4-DBB2-310C-262E-BF34CD69F57E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B27DB0A-F483-5CAC-F178-49F7AB6EB6CD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375A78D-E66A-4A75-D8CE-181FBB17015C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D94BBEAA-2ECD-0CAD-86A5-4D63C003B061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ACB20FAE-6ACA-238D-0701-2AB4FDD20F8C}"/>
              </a:ext>
            </a:extLst>
          </p:cNvPr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F6AD8CCE-76FB-C563-F8F0-24CBFBEB0C6A}"/>
              </a:ext>
            </a:extLst>
          </p:cNvPr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DF7CFE42-A108-4AF7-5D8E-D75DEFD2B456}"/>
              </a:ext>
            </a:extLst>
          </p:cNvPr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A30771CF-758D-388F-CCAF-E0B6BBB42957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MVW AUDIO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A73EF5EA-5988-1A89-39AE-2CB2BC3C6420}"/>
              </a:ext>
            </a:extLst>
          </p:cNvPr>
          <p:cNvSpPr/>
          <p:nvPr/>
        </p:nvSpPr>
        <p:spPr>
          <a:xfrm>
            <a:off x="3850814" y="29640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D32F87C5-2246-D50D-4E31-0D01BB486B2C}"/>
              </a:ext>
            </a:extLst>
          </p:cNvPr>
          <p:cNvCxnSpPr/>
          <p:nvPr/>
        </p:nvCxnSpPr>
        <p:spPr>
          <a:xfrm flipH="1" flipV="1">
            <a:off x="1717212" y="3054419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47A819EE-917B-7DE6-FF50-38998A1EE042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4A36E760-FF0F-EBEA-8D1C-AB5F83ED49E6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EG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D233FE9D-41BA-94A3-04BD-450EC35E0919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148A4063-D1BF-0C83-24DE-2AC659F46918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8E9D07DE-026C-AD4B-6812-E39F947A9B4F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3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B2E342DC-B202-FC9E-69B7-8369B55016DD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81C661C6-B48C-1F89-B4B5-2C96F22A4B14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764317ED-5780-AA96-3BE9-B43D1A14481A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32B51748-9C41-0CFF-1D2A-E499806ECD88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5E0634E8-2FAF-CCC3-DB36-95B6AE8770DE}"/>
              </a:ext>
            </a:extLst>
          </p:cNvPr>
          <p:cNvSpPr/>
          <p:nvPr/>
        </p:nvSpPr>
        <p:spPr>
          <a:xfrm>
            <a:off x="5579478" y="2110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EBDD992E-916C-BC3D-A2A1-8022C29EB34B}"/>
              </a:ext>
            </a:extLst>
          </p:cNvPr>
          <p:cNvSpPr/>
          <p:nvPr/>
        </p:nvSpPr>
        <p:spPr>
          <a:xfrm>
            <a:off x="5579476" y="18090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0C131E38-81C6-BB24-F244-5EDD710F7884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0526CB95-8893-41F6-B576-F3CB5020E1EE}"/>
              </a:ext>
            </a:extLst>
          </p:cNvPr>
          <p:cNvCxnSpPr>
            <a:cxnSpLocks/>
          </p:cNvCxnSpPr>
          <p:nvPr/>
        </p:nvCxnSpPr>
        <p:spPr>
          <a:xfrm>
            <a:off x="6235404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34274DD5-E99A-427F-09F4-1DBDB2812F45}"/>
              </a:ext>
            </a:extLst>
          </p:cNvPr>
          <p:cNvCxnSpPr>
            <a:cxnSpLocks/>
          </p:cNvCxnSpPr>
          <p:nvPr/>
        </p:nvCxnSpPr>
        <p:spPr>
          <a:xfrm>
            <a:off x="6226105" y="191566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634A3B9E-E8FD-5B37-DAF6-8AE9A54C2680}"/>
              </a:ext>
            </a:extLst>
          </p:cNvPr>
          <p:cNvCxnSpPr>
            <a:cxnSpLocks/>
          </p:cNvCxnSpPr>
          <p:nvPr/>
        </p:nvCxnSpPr>
        <p:spPr>
          <a:xfrm>
            <a:off x="6226205" y="221717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64041DE1-50B5-385D-3E2D-02B0D18F23F7}"/>
              </a:ext>
            </a:extLst>
          </p:cNvPr>
          <p:cNvSpPr/>
          <p:nvPr/>
        </p:nvSpPr>
        <p:spPr>
          <a:xfrm>
            <a:off x="5579676" y="27136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DC025F1D-F02C-258F-646F-1A7564BD024F}"/>
              </a:ext>
            </a:extLst>
          </p:cNvPr>
          <p:cNvSpPr/>
          <p:nvPr/>
        </p:nvSpPr>
        <p:spPr>
          <a:xfrm>
            <a:off x="5579675" y="24121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DR</a:t>
            </a:r>
          </a:p>
        </p:txBody>
      </p: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8442A056-BECF-9D79-AA87-3F49E5609C9A}"/>
              </a:ext>
            </a:extLst>
          </p:cNvPr>
          <p:cNvCxnSpPr>
            <a:cxnSpLocks/>
          </p:cNvCxnSpPr>
          <p:nvPr/>
        </p:nvCxnSpPr>
        <p:spPr>
          <a:xfrm flipV="1">
            <a:off x="6226205" y="250208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9D1A1163-726A-F4B4-7278-B37522CC9D3D}"/>
              </a:ext>
            </a:extLst>
          </p:cNvPr>
          <p:cNvCxnSpPr>
            <a:cxnSpLocks/>
          </p:cNvCxnSpPr>
          <p:nvPr/>
        </p:nvCxnSpPr>
        <p:spPr>
          <a:xfrm flipV="1">
            <a:off x="6226205" y="2805202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04F2020-3085-CE15-FDE6-2FDEEB1D7AC8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F4A4CD94-E2D9-ABEF-5644-EC47B6E05A72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F8FE65DD-B05C-34FC-9884-ECFE7D73E31A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59D0FB50-BD61-0EAE-9558-6B1EC9B2F76C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E33E72F2-84F3-FAD2-7C75-54574C6515DE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EG</a:t>
            </a:r>
          </a:p>
        </p:txBody>
      </p:sp>
      <p:cxnSp>
        <p:nvCxnSpPr>
          <p:cNvPr id="345" name="Conector de seta reta 344">
            <a:extLst>
              <a:ext uri="{FF2B5EF4-FFF2-40B4-BE49-F238E27FC236}">
                <a16:creationId xmlns:a16="http://schemas.microsoft.com/office/drawing/2014/main" id="{7B9091D5-2215-54E0-AB42-45888CDB4415}"/>
              </a:ext>
            </a:extLst>
          </p:cNvPr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7575F5C6-FEFB-CBEE-28CE-70B112DAD2E0}"/>
              </a:ext>
            </a:extLst>
          </p:cNvPr>
          <p:cNvSpPr/>
          <p:nvPr/>
        </p:nvSpPr>
        <p:spPr>
          <a:xfrm>
            <a:off x="1779051" y="47165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 EG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495FD4B0-549D-7FB6-3638-B86C28E9EA20}"/>
              </a:ext>
            </a:extLst>
          </p:cNvPr>
          <p:cNvSpPr/>
          <p:nvPr/>
        </p:nvSpPr>
        <p:spPr>
          <a:xfrm>
            <a:off x="1779049" y="44676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+PROD EG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57BDC2D5-192E-6C48-650F-83DAC95188B6}"/>
              </a:ext>
            </a:extLst>
          </p:cNvPr>
          <p:cNvCxnSpPr>
            <a:stCxn id="150" idx="3"/>
          </p:cNvCxnSpPr>
          <p:nvPr/>
        </p:nvCxnSpPr>
        <p:spPr>
          <a:xfrm flipV="1">
            <a:off x="2433085" y="456444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D095A103-E1C7-0358-466C-507D8E4C7495}"/>
              </a:ext>
            </a:extLst>
          </p:cNvPr>
          <p:cNvCxnSpPr>
            <a:stCxn id="149" idx="3"/>
          </p:cNvCxnSpPr>
          <p:nvPr/>
        </p:nvCxnSpPr>
        <p:spPr>
          <a:xfrm flipV="1">
            <a:off x="2433085" y="4823046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96BDD4B1-EFF0-BDBA-0A56-2A481CD7447C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5E78F99E-1140-CDB0-0256-05C8FE1AB86B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6B131DDB-7845-5095-898B-662B451090ED}"/>
              </a:ext>
            </a:extLst>
          </p:cNvPr>
          <p:cNvSpPr/>
          <p:nvPr/>
        </p:nvSpPr>
        <p:spPr>
          <a:xfrm>
            <a:off x="8616479" y="21177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CDABEE-B672-671E-1DAF-6D6B4F67606C}"/>
              </a:ext>
            </a:extLst>
          </p:cNvPr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71AC1A90-225C-44B1-A38F-B7618C2B67F2}"/>
              </a:ext>
            </a:extLst>
          </p:cNvPr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CD71742B-BD1D-53FF-CEBD-8AF9C0347A45}"/>
              </a:ext>
            </a:extLst>
          </p:cNvPr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0BE92EDC-5430-9445-3F78-BC086DB0B323}"/>
              </a:ext>
            </a:extLst>
          </p:cNvPr>
          <p:cNvSpPr txBox="1"/>
          <p:nvPr/>
        </p:nvSpPr>
        <p:spPr>
          <a:xfrm>
            <a:off x="2646181" y="29020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88D951D-21D9-4F17-B68B-BCC906B50B4E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757D2031-08F3-18A9-4D46-D099056D3B19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 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29D3BA95-FDEF-BF66-0D68-E882D0C8912F}"/>
              </a:ext>
            </a:extLst>
          </p:cNvPr>
          <p:cNvSpPr txBox="1"/>
          <p:nvPr/>
        </p:nvSpPr>
        <p:spPr>
          <a:xfrm>
            <a:off x="2444874" y="44072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20751BFE-40F6-3578-7241-DD1F0E520894}"/>
              </a:ext>
            </a:extLst>
          </p:cNvPr>
          <p:cNvSpPr txBox="1"/>
          <p:nvPr/>
        </p:nvSpPr>
        <p:spPr>
          <a:xfrm>
            <a:off x="2441696" y="46712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0FA32842-2A0C-02E5-A90A-2974EAFE8531}"/>
              </a:ext>
            </a:extLst>
          </p:cNvPr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53AF20B5-1BA0-3D06-0CE8-4C4B57947FED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3092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B90996A0-BCCD-E69E-3AF4-CBB95F692F8F}"/>
              </a:ext>
            </a:extLst>
          </p:cNvPr>
          <p:cNvSpPr txBox="1"/>
          <p:nvPr/>
        </p:nvSpPr>
        <p:spPr>
          <a:xfrm>
            <a:off x="8677855" y="264133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5E70937-CD1B-D5DA-7957-AB54C7D06E92}"/>
              </a:ext>
            </a:extLst>
          </p:cNvPr>
          <p:cNvSpPr/>
          <p:nvPr/>
        </p:nvSpPr>
        <p:spPr>
          <a:xfrm>
            <a:off x="1786179" y="24344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DR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FB15A515-348A-21B0-0967-0D3B03FA3382}"/>
              </a:ext>
            </a:extLst>
          </p:cNvPr>
          <p:cNvCxnSpPr>
            <a:stCxn id="17" idx="3"/>
          </p:cNvCxnSpPr>
          <p:nvPr/>
        </p:nvCxnSpPr>
        <p:spPr>
          <a:xfrm flipV="1">
            <a:off x="2440213" y="2541011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5DB5AE-1BAB-B3CC-AF0D-6502343CAAFD}"/>
              </a:ext>
            </a:extLst>
          </p:cNvPr>
          <p:cNvSpPr txBox="1"/>
          <p:nvPr/>
        </p:nvSpPr>
        <p:spPr>
          <a:xfrm>
            <a:off x="2441738" y="2377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MW DR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F85D4A32-0FFF-FDAF-B488-82E8813B95D8}"/>
              </a:ext>
            </a:extLst>
          </p:cNvPr>
          <p:cNvSpPr/>
          <p:nvPr/>
        </p:nvSpPr>
        <p:spPr>
          <a:xfrm>
            <a:off x="5564662" y="30151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5E12C0AD-1EF8-0C5E-2480-E269F9B71540}"/>
              </a:ext>
            </a:extLst>
          </p:cNvPr>
          <p:cNvCxnSpPr>
            <a:cxnSpLocks/>
          </p:cNvCxnSpPr>
          <p:nvPr/>
        </p:nvCxnSpPr>
        <p:spPr>
          <a:xfrm>
            <a:off x="62262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DA79F510-50A6-8651-7D0F-827BFC2DC56B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DAC813C4-6F26-C342-8DC1-984FCE463DE5}"/>
              </a:ext>
            </a:extLst>
          </p:cNvPr>
          <p:cNvCxnSpPr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7015EFDC-E1E6-154B-D6C7-971CB6BAC277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A6EAF0BF-EAFE-2976-C22C-57D21810A792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tângulo: Cantos Arredondados 14">
            <a:extLst>
              <a:ext uri="{FF2B5EF4-FFF2-40B4-BE49-F238E27FC236}">
                <a16:creationId xmlns:a16="http://schemas.microsoft.com/office/drawing/2014/main" id="{49686567-DCEF-BAED-6377-F7E67F12EDAA}"/>
              </a:ext>
            </a:extLst>
          </p:cNvPr>
          <p:cNvSpPr/>
          <p:nvPr/>
        </p:nvSpPr>
        <p:spPr>
          <a:xfrm>
            <a:off x="3870320" y="524065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 EG</a:t>
            </a:r>
          </a:p>
        </p:txBody>
      </p: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BDB3836B-19DB-A6BC-18D5-B974FE49CB15}"/>
              </a:ext>
            </a:extLst>
          </p:cNvPr>
          <p:cNvCxnSpPr>
            <a:stCxn id="172" idx="1"/>
          </p:cNvCxnSpPr>
          <p:nvPr/>
        </p:nvCxnSpPr>
        <p:spPr>
          <a:xfrm flipH="1">
            <a:off x="1691425" y="534723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D87AC5A7-43FE-AAA7-911E-21A561CC7591}"/>
              </a:ext>
            </a:extLst>
          </p:cNvPr>
          <p:cNvSpPr txBox="1"/>
          <p:nvPr/>
        </p:nvSpPr>
        <p:spPr>
          <a:xfrm>
            <a:off x="2766439" y="516875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LQ FECHADO VIA DIRECT</a:t>
            </a:r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4E2CDB99-7712-8778-CB1C-CE030215E9AE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TALKBACK</a:t>
            </a: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B9D40D74-37D4-8A50-EEAB-DE09D9F5CC1A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580E1E8A-800C-7F5D-2ED2-5FDC2177C696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69EB44-02CB-FD6A-D89E-F9667E07C536}"/>
              </a:ext>
            </a:extLst>
          </p:cNvPr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8" name="Retângulo: Cantos Arredondados 14">
            <a:extLst>
              <a:ext uri="{FF2B5EF4-FFF2-40B4-BE49-F238E27FC236}">
                <a16:creationId xmlns:a16="http://schemas.microsoft.com/office/drawing/2014/main" id="{0DB59FA5-B97F-9EDF-AB6D-27CA353B9FC3}"/>
              </a:ext>
            </a:extLst>
          </p:cNvPr>
          <p:cNvSpPr/>
          <p:nvPr/>
        </p:nvSpPr>
        <p:spPr>
          <a:xfrm>
            <a:off x="1785147" y="496951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+AUD EG</a:t>
            </a:r>
          </a:p>
        </p:txBody>
      </p:sp>
      <p:cxnSp>
        <p:nvCxnSpPr>
          <p:cNvPr id="11" name="Conector de seta reta 153">
            <a:extLst>
              <a:ext uri="{FF2B5EF4-FFF2-40B4-BE49-F238E27FC236}">
                <a16:creationId xmlns:a16="http://schemas.microsoft.com/office/drawing/2014/main" id="{C59C4878-E66D-8A56-9A83-22417F672482}"/>
              </a:ext>
            </a:extLst>
          </p:cNvPr>
          <p:cNvCxnSpPr>
            <a:stCxn id="8" idx="3"/>
          </p:cNvCxnSpPr>
          <p:nvPr/>
        </p:nvCxnSpPr>
        <p:spPr>
          <a:xfrm flipV="1">
            <a:off x="2439181" y="507603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3454E6-7DB3-70CE-F2D4-998882EC4D75}"/>
              </a:ext>
            </a:extLst>
          </p:cNvPr>
          <p:cNvSpPr txBox="1"/>
          <p:nvPr/>
        </p:nvSpPr>
        <p:spPr>
          <a:xfrm>
            <a:off x="2447792" y="49242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3" name="Retângulo: Cantos Arredondados 14">
            <a:extLst>
              <a:ext uri="{FF2B5EF4-FFF2-40B4-BE49-F238E27FC236}">
                <a16:creationId xmlns:a16="http://schemas.microsoft.com/office/drawing/2014/main" id="{A01E71B6-EBE7-363A-D9FD-14FE69446995}"/>
              </a:ext>
            </a:extLst>
          </p:cNvPr>
          <p:cNvSpPr/>
          <p:nvPr/>
        </p:nvSpPr>
        <p:spPr>
          <a:xfrm>
            <a:off x="5601751" y="47292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 EG</a:t>
            </a:r>
          </a:p>
        </p:txBody>
      </p:sp>
      <p:sp>
        <p:nvSpPr>
          <p:cNvPr id="16" name="Retângulo: Cantos Arredondados 17">
            <a:extLst>
              <a:ext uri="{FF2B5EF4-FFF2-40B4-BE49-F238E27FC236}">
                <a16:creationId xmlns:a16="http://schemas.microsoft.com/office/drawing/2014/main" id="{0CDC68B8-F91D-66E9-7A03-CA9B606FE7B0}"/>
              </a:ext>
            </a:extLst>
          </p:cNvPr>
          <p:cNvSpPr/>
          <p:nvPr/>
        </p:nvSpPr>
        <p:spPr>
          <a:xfrm>
            <a:off x="5601749" y="4480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+PROD EG</a:t>
            </a:r>
          </a:p>
        </p:txBody>
      </p:sp>
      <p:cxnSp>
        <p:nvCxnSpPr>
          <p:cNvPr id="23" name="Conector de seta reta 152">
            <a:extLst>
              <a:ext uri="{FF2B5EF4-FFF2-40B4-BE49-F238E27FC236}">
                <a16:creationId xmlns:a16="http://schemas.microsoft.com/office/drawing/2014/main" id="{BDBE949C-4491-3E0B-DDFC-3B7029D3AACD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255785" y="4577140"/>
            <a:ext cx="1425703" cy="9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153">
            <a:extLst>
              <a:ext uri="{FF2B5EF4-FFF2-40B4-BE49-F238E27FC236}">
                <a16:creationId xmlns:a16="http://schemas.microsoft.com/office/drawing/2014/main" id="{38B3C1EC-628E-D943-0CF8-E1C10AB559E9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255786" y="4823046"/>
            <a:ext cx="1425702" cy="1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30E81A7-729F-96B8-62C5-AC2D26E3984A}"/>
              </a:ext>
            </a:extLst>
          </p:cNvPr>
          <p:cNvSpPr txBox="1"/>
          <p:nvPr/>
        </p:nvSpPr>
        <p:spPr>
          <a:xfrm>
            <a:off x="6267574" y="44199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0B25DDE-7F1B-508E-1893-9CD3D0BBA4B8}"/>
              </a:ext>
            </a:extLst>
          </p:cNvPr>
          <p:cNvSpPr txBox="1"/>
          <p:nvPr/>
        </p:nvSpPr>
        <p:spPr>
          <a:xfrm>
            <a:off x="6264396" y="46839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</a:t>
            </a:r>
          </a:p>
        </p:txBody>
      </p:sp>
      <p:sp>
        <p:nvSpPr>
          <p:cNvPr id="28" name="Retângulo: Cantos Arredondados 14">
            <a:extLst>
              <a:ext uri="{FF2B5EF4-FFF2-40B4-BE49-F238E27FC236}">
                <a16:creationId xmlns:a16="http://schemas.microsoft.com/office/drawing/2014/main" id="{97B30367-3477-E790-2607-A2A56E6CD2FA}"/>
              </a:ext>
            </a:extLst>
          </p:cNvPr>
          <p:cNvSpPr/>
          <p:nvPr/>
        </p:nvSpPr>
        <p:spPr>
          <a:xfrm>
            <a:off x="5607847" y="498221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+AUD EG</a:t>
            </a:r>
          </a:p>
        </p:txBody>
      </p:sp>
      <p:cxnSp>
        <p:nvCxnSpPr>
          <p:cNvPr id="29" name="Conector de seta reta 153">
            <a:extLst>
              <a:ext uri="{FF2B5EF4-FFF2-40B4-BE49-F238E27FC236}">
                <a16:creationId xmlns:a16="http://schemas.microsoft.com/office/drawing/2014/main" id="{29C05496-9F1A-F053-6631-CC9C7A5534FA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6261882" y="5088790"/>
            <a:ext cx="14196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A9C283E-9F12-689A-D5AA-6C07975AC47C}"/>
              </a:ext>
            </a:extLst>
          </p:cNvPr>
          <p:cNvSpPr txBox="1"/>
          <p:nvPr/>
        </p:nvSpPr>
        <p:spPr>
          <a:xfrm>
            <a:off x="6270492" y="49369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</a:t>
            </a:r>
          </a:p>
        </p:txBody>
      </p:sp>
      <p:sp>
        <p:nvSpPr>
          <p:cNvPr id="31" name="Retângulo: Cantos Arredondados 14">
            <a:extLst>
              <a:ext uri="{FF2B5EF4-FFF2-40B4-BE49-F238E27FC236}">
                <a16:creationId xmlns:a16="http://schemas.microsoft.com/office/drawing/2014/main" id="{F80ABB86-696F-BD93-4BD2-58640F89C309}"/>
              </a:ext>
            </a:extLst>
          </p:cNvPr>
          <p:cNvSpPr/>
          <p:nvPr/>
        </p:nvSpPr>
        <p:spPr>
          <a:xfrm>
            <a:off x="3858694" y="270545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AR</a:t>
            </a:r>
          </a:p>
        </p:txBody>
      </p:sp>
      <p:cxnSp>
        <p:nvCxnSpPr>
          <p:cNvPr id="32" name="Conector de seta reta 181">
            <a:extLst>
              <a:ext uri="{FF2B5EF4-FFF2-40B4-BE49-F238E27FC236}">
                <a16:creationId xmlns:a16="http://schemas.microsoft.com/office/drawing/2014/main" id="{FFDE59B5-8724-4B05-F887-97A182751FF4}"/>
              </a:ext>
            </a:extLst>
          </p:cNvPr>
          <p:cNvCxnSpPr/>
          <p:nvPr/>
        </p:nvCxnSpPr>
        <p:spPr>
          <a:xfrm flipH="1" flipV="1">
            <a:off x="1725090" y="279185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CED18CC-1FBC-64A9-D6FC-FA52494F1F7E}"/>
              </a:ext>
            </a:extLst>
          </p:cNvPr>
          <p:cNvSpPr txBox="1"/>
          <p:nvPr/>
        </p:nvSpPr>
        <p:spPr>
          <a:xfrm>
            <a:off x="2651070" y="26351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34" name="Retângulo: Cantos Arredondados 17">
            <a:extLst>
              <a:ext uri="{FF2B5EF4-FFF2-40B4-BE49-F238E27FC236}">
                <a16:creationId xmlns:a16="http://schemas.microsoft.com/office/drawing/2014/main" id="{D75420C3-1637-F922-D17E-49F19EA0287A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5" name="Retângulo: Cantos Arredondados 23">
            <a:extLst>
              <a:ext uri="{FF2B5EF4-FFF2-40B4-BE49-F238E27FC236}">
                <a16:creationId xmlns:a16="http://schemas.microsoft.com/office/drawing/2014/main" id="{8A3B5A59-E0B7-CD1A-5138-852983A065FB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6" name="Conector de seta reta 319">
            <a:extLst>
              <a:ext uri="{FF2B5EF4-FFF2-40B4-BE49-F238E27FC236}">
                <a16:creationId xmlns:a16="http://schemas.microsoft.com/office/drawing/2014/main" id="{C739BE0C-CF23-0FFD-1537-3246E6F0BD38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20">
            <a:extLst>
              <a:ext uri="{FF2B5EF4-FFF2-40B4-BE49-F238E27FC236}">
                <a16:creationId xmlns:a16="http://schemas.microsoft.com/office/drawing/2014/main" id="{8C16A1A6-AA46-62DD-281B-6A437AC7EA76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633C7DE-2BF6-640D-49FC-98386CE9A33B}"/>
              </a:ext>
            </a:extLst>
          </p:cNvPr>
          <p:cNvSpPr txBox="1"/>
          <p:nvPr/>
        </p:nvSpPr>
        <p:spPr>
          <a:xfrm>
            <a:off x="2766439" y="542668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LQ FECHADO VIA DIRECT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D964DDD-E0B5-3B88-3345-3F396A7D3742}"/>
              </a:ext>
            </a:extLst>
          </p:cNvPr>
          <p:cNvSpPr txBox="1"/>
          <p:nvPr/>
        </p:nvSpPr>
        <p:spPr>
          <a:xfrm>
            <a:off x="2766439" y="565584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LQ FECHADO VIA DIRECT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21B92E-1065-F0D8-5BD6-02BCDAA801F2}"/>
              </a:ext>
            </a:extLst>
          </p:cNvPr>
          <p:cNvSpPr txBox="1"/>
          <p:nvPr/>
        </p:nvSpPr>
        <p:spPr>
          <a:xfrm>
            <a:off x="2766439" y="591377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LQ FECHADO VIA DIRECT</a:t>
            </a:r>
          </a:p>
        </p:txBody>
      </p:sp>
      <p:grpSp>
        <p:nvGrpSpPr>
          <p:cNvPr id="41" name="Agrupar 12">
            <a:extLst>
              <a:ext uri="{FF2B5EF4-FFF2-40B4-BE49-F238E27FC236}">
                <a16:creationId xmlns:a16="http://schemas.microsoft.com/office/drawing/2014/main" id="{5887C523-3116-B566-BA66-36531BD39880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42" name="Agrupar 64">
              <a:extLst>
                <a:ext uri="{FF2B5EF4-FFF2-40B4-BE49-F238E27FC236}">
                  <a16:creationId xmlns:a16="http://schemas.microsoft.com/office/drawing/2014/main" id="{85195212-EBDF-C7EC-1331-324811A88CB0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55" name="Retângulo: Cantos Arredondados 88">
                <a:extLst>
                  <a:ext uri="{FF2B5EF4-FFF2-40B4-BE49-F238E27FC236}">
                    <a16:creationId xmlns:a16="http://schemas.microsoft.com/office/drawing/2014/main" id="{893A5AF7-4082-BEA2-B402-E74BA7E1D05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Retângulo: Cantos Arredondados 89">
                <a:extLst>
                  <a:ext uri="{FF2B5EF4-FFF2-40B4-BE49-F238E27FC236}">
                    <a16:creationId xmlns:a16="http://schemas.microsoft.com/office/drawing/2014/main" id="{9F6E139E-696A-9686-AD8E-55BFF9B7C85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7" name="Retângulo: Cantos Arredondados 91">
                <a:extLst>
                  <a:ext uri="{FF2B5EF4-FFF2-40B4-BE49-F238E27FC236}">
                    <a16:creationId xmlns:a16="http://schemas.microsoft.com/office/drawing/2014/main" id="{E87DF27A-ADE9-3CD4-90FC-E6C6903C707A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L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R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3" name="Agrupar 68">
              <a:extLst>
                <a:ext uri="{FF2B5EF4-FFF2-40B4-BE49-F238E27FC236}">
                  <a16:creationId xmlns:a16="http://schemas.microsoft.com/office/drawing/2014/main" id="{35D74E2C-72F1-C185-00C8-A7E742B3D685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53" name="Retângulo: Cantos Arredondados 84">
                <a:extLst>
                  <a:ext uri="{FF2B5EF4-FFF2-40B4-BE49-F238E27FC236}">
                    <a16:creationId xmlns:a16="http://schemas.microsoft.com/office/drawing/2014/main" id="{45B62501-611B-7348-A79F-843A0FD386C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4" name="Retângulo: Cantos Arredondados 85">
                <a:extLst>
                  <a:ext uri="{FF2B5EF4-FFF2-40B4-BE49-F238E27FC236}">
                    <a16:creationId xmlns:a16="http://schemas.microsoft.com/office/drawing/2014/main" id="{638C8AF9-AFCC-DFAC-A66A-90AC4AEEA8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4" name="Agrupar 69">
              <a:extLst>
                <a:ext uri="{FF2B5EF4-FFF2-40B4-BE49-F238E27FC236}">
                  <a16:creationId xmlns:a16="http://schemas.microsoft.com/office/drawing/2014/main" id="{8A0F8183-6B15-45A0-3EB8-2A263F08D8E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51" name="Retângulo: Cantos Arredondados 80">
                <a:extLst>
                  <a:ext uri="{FF2B5EF4-FFF2-40B4-BE49-F238E27FC236}">
                    <a16:creationId xmlns:a16="http://schemas.microsoft.com/office/drawing/2014/main" id="{026BE5A6-5382-E7DC-A545-6B6E643DE92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etângulo: Cantos Arredondados 81">
                <a:extLst>
                  <a:ext uri="{FF2B5EF4-FFF2-40B4-BE49-F238E27FC236}">
                    <a16:creationId xmlns:a16="http://schemas.microsoft.com/office/drawing/2014/main" id="{3014A545-BA11-615A-1350-5CAEF747285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5" name="Agrupar 70">
              <a:extLst>
                <a:ext uri="{FF2B5EF4-FFF2-40B4-BE49-F238E27FC236}">
                  <a16:creationId xmlns:a16="http://schemas.microsoft.com/office/drawing/2014/main" id="{86521A2D-133E-2940-1E29-B185B4FEDBA5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76">
                <a:extLst>
                  <a:ext uri="{FF2B5EF4-FFF2-40B4-BE49-F238E27FC236}">
                    <a16:creationId xmlns:a16="http://schemas.microsoft.com/office/drawing/2014/main" id="{F0992019-1BBD-5BE6-E32F-B3DDB87E0AF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0" name="Retângulo: Cantos Arredondados 77">
                <a:extLst>
                  <a:ext uri="{FF2B5EF4-FFF2-40B4-BE49-F238E27FC236}">
                    <a16:creationId xmlns:a16="http://schemas.microsoft.com/office/drawing/2014/main" id="{B4656B97-492C-A658-4800-0E51028DB06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6" name="Agrupar 71">
              <a:extLst>
                <a:ext uri="{FF2B5EF4-FFF2-40B4-BE49-F238E27FC236}">
                  <a16:creationId xmlns:a16="http://schemas.microsoft.com/office/drawing/2014/main" id="{C7B027BB-2088-FBAF-987A-0F77BE7EF22A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7" name="Retângulo: Cantos Arredondados 72">
                <a:extLst>
                  <a:ext uri="{FF2B5EF4-FFF2-40B4-BE49-F238E27FC236}">
                    <a16:creationId xmlns:a16="http://schemas.microsoft.com/office/drawing/2014/main" id="{B5C5D9D7-7C37-330B-6BB1-0BB628F7493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8" name="Retângulo: Cantos Arredondados 73">
                <a:extLst>
                  <a:ext uri="{FF2B5EF4-FFF2-40B4-BE49-F238E27FC236}">
                    <a16:creationId xmlns:a16="http://schemas.microsoft.com/office/drawing/2014/main" id="{B1C27C5B-3575-1ED3-CAF3-AB23976124A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58" name="Retângulo: Cantos Arredondados 62">
            <a:extLst>
              <a:ext uri="{FF2B5EF4-FFF2-40B4-BE49-F238E27FC236}">
                <a16:creationId xmlns:a16="http://schemas.microsoft.com/office/drawing/2014/main" id="{F53F6E0D-57CA-24C4-9125-D7B7D5E2E73B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TIT:</a:t>
            </a:r>
          </a:p>
        </p:txBody>
      </p:sp>
      <p:grpSp>
        <p:nvGrpSpPr>
          <p:cNvPr id="59" name="Grupo 191">
            <a:extLst>
              <a:ext uri="{FF2B5EF4-FFF2-40B4-BE49-F238E27FC236}">
                <a16:creationId xmlns:a16="http://schemas.microsoft.com/office/drawing/2014/main" id="{3E5EEAB7-3810-A71F-4FEB-5BC8C45A519C}"/>
              </a:ext>
            </a:extLst>
          </p:cNvPr>
          <p:cNvGrpSpPr/>
          <p:nvPr/>
        </p:nvGrpSpPr>
        <p:grpSpPr>
          <a:xfrm>
            <a:off x="10524182" y="4655564"/>
            <a:ext cx="1528312" cy="1014230"/>
            <a:chOff x="10671592" y="4802481"/>
            <a:chExt cx="1528312" cy="1014230"/>
          </a:xfrm>
        </p:grpSpPr>
        <p:grpSp>
          <p:nvGrpSpPr>
            <p:cNvPr id="60" name="Agrupar 12">
              <a:extLst>
                <a:ext uri="{FF2B5EF4-FFF2-40B4-BE49-F238E27FC236}">
                  <a16:creationId xmlns:a16="http://schemas.microsoft.com/office/drawing/2014/main" id="{21A8C064-1C30-BC12-597D-AA84D9ADBE9E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62" name="Agrupar 64">
                <a:extLst>
                  <a:ext uri="{FF2B5EF4-FFF2-40B4-BE49-F238E27FC236}">
                    <a16:creationId xmlns:a16="http://schemas.microsoft.com/office/drawing/2014/main" id="{49DAA95C-7FEA-6B25-6206-E9B4C3639E7D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75" name="Retângulo: Cantos Arredondados 88">
                  <a:extLst>
                    <a:ext uri="{FF2B5EF4-FFF2-40B4-BE49-F238E27FC236}">
                      <a16:creationId xmlns:a16="http://schemas.microsoft.com/office/drawing/2014/main" id="{FCC834AA-BEE2-6871-C5FB-56514E9FDDEA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6" name="Retângulo: Cantos Arredondados 89">
                  <a:extLst>
                    <a:ext uri="{FF2B5EF4-FFF2-40B4-BE49-F238E27FC236}">
                      <a16:creationId xmlns:a16="http://schemas.microsoft.com/office/drawing/2014/main" id="{36751CF5-F022-ACF6-BD6F-4EC51BFD3845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7" name="Retângulo: Cantos Arredondados 91">
                  <a:extLst>
                    <a:ext uri="{FF2B5EF4-FFF2-40B4-BE49-F238E27FC236}">
                      <a16:creationId xmlns:a16="http://schemas.microsoft.com/office/drawing/2014/main" id="{4F219454-00E6-CCAF-0054-3B59729B213F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L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R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L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R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63" name="Agrupar 68">
                <a:extLst>
                  <a:ext uri="{FF2B5EF4-FFF2-40B4-BE49-F238E27FC236}">
                    <a16:creationId xmlns:a16="http://schemas.microsoft.com/office/drawing/2014/main" id="{3A373974-0092-0F71-1A5A-76FAE163BE6C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73" name="Retângulo: Cantos Arredondados 84">
                  <a:extLst>
                    <a:ext uri="{FF2B5EF4-FFF2-40B4-BE49-F238E27FC236}">
                      <a16:creationId xmlns:a16="http://schemas.microsoft.com/office/drawing/2014/main" id="{5530E821-9C98-9236-12CF-9BEDF7A95B26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4" name="Retângulo: Cantos Arredondados 85">
                  <a:extLst>
                    <a:ext uri="{FF2B5EF4-FFF2-40B4-BE49-F238E27FC236}">
                      <a16:creationId xmlns:a16="http://schemas.microsoft.com/office/drawing/2014/main" id="{4C814A61-4660-977C-50D3-2125725A5D2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64" name="Agrupar 69">
                <a:extLst>
                  <a:ext uri="{FF2B5EF4-FFF2-40B4-BE49-F238E27FC236}">
                    <a16:creationId xmlns:a16="http://schemas.microsoft.com/office/drawing/2014/main" id="{EE1591BB-F163-04A1-A1AB-48D6930A7D94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71" name="Retângulo: Cantos Arredondados 80">
                  <a:extLst>
                    <a:ext uri="{FF2B5EF4-FFF2-40B4-BE49-F238E27FC236}">
                      <a16:creationId xmlns:a16="http://schemas.microsoft.com/office/drawing/2014/main" id="{F5DDA3B7-A4FC-832E-8481-B4542160BD47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2" name="Retângulo: Cantos Arredondados 81">
                  <a:extLst>
                    <a:ext uri="{FF2B5EF4-FFF2-40B4-BE49-F238E27FC236}">
                      <a16:creationId xmlns:a16="http://schemas.microsoft.com/office/drawing/2014/main" id="{F7FDE8AE-E14E-33DF-32B2-F3C05FFCC410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65" name="Agrupar 70">
                <a:extLst>
                  <a:ext uri="{FF2B5EF4-FFF2-40B4-BE49-F238E27FC236}">
                    <a16:creationId xmlns:a16="http://schemas.microsoft.com/office/drawing/2014/main" id="{40E39AB2-6072-535B-86A7-B90AF77B1A98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69" name="Retângulo: Cantos Arredondados 76">
                  <a:extLst>
                    <a:ext uri="{FF2B5EF4-FFF2-40B4-BE49-F238E27FC236}">
                      <a16:creationId xmlns:a16="http://schemas.microsoft.com/office/drawing/2014/main" id="{32091AF5-21C5-23E3-676C-37DB3DF10D3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0" name="Retângulo: Cantos Arredondados 77">
                  <a:extLst>
                    <a:ext uri="{FF2B5EF4-FFF2-40B4-BE49-F238E27FC236}">
                      <a16:creationId xmlns:a16="http://schemas.microsoft.com/office/drawing/2014/main" id="{0518E827-A410-EC99-1907-5D83C4891BC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66" name="Agrupar 71">
                <a:extLst>
                  <a:ext uri="{FF2B5EF4-FFF2-40B4-BE49-F238E27FC236}">
                    <a16:creationId xmlns:a16="http://schemas.microsoft.com/office/drawing/2014/main" id="{59F22829-72F1-FFE6-8612-41118AFAE914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67" name="Retângulo: Cantos Arredondados 72">
                  <a:extLst>
                    <a:ext uri="{FF2B5EF4-FFF2-40B4-BE49-F238E27FC236}">
                      <a16:creationId xmlns:a16="http://schemas.microsoft.com/office/drawing/2014/main" id="{F124F545-8047-760E-93D5-60CC887A4A8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68" name="Retângulo: Cantos Arredondados 73">
                  <a:extLst>
                    <a:ext uri="{FF2B5EF4-FFF2-40B4-BE49-F238E27FC236}">
                      <a16:creationId xmlns:a16="http://schemas.microsoft.com/office/drawing/2014/main" id="{878C0D6A-EBAE-6C9A-98BB-AF2B365D96E0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61" name="Retângulo: Cantos Arredondados 62">
              <a:extLst>
                <a:ext uri="{FF2B5EF4-FFF2-40B4-BE49-F238E27FC236}">
                  <a16:creationId xmlns:a16="http://schemas.microsoft.com/office/drawing/2014/main" id="{32F0910E-0979-D752-31DE-ABC20B77FE59}"/>
                </a:ext>
              </a:extLst>
            </p:cNvPr>
            <p:cNvSpPr/>
            <p:nvPr/>
          </p:nvSpPr>
          <p:spPr>
            <a:xfrm>
              <a:off x="10721458" y="4802481"/>
              <a:ext cx="1478446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BY:</a:t>
              </a:r>
            </a:p>
          </p:txBody>
        </p:sp>
      </p:grpSp>
      <p:sp>
        <p:nvSpPr>
          <p:cNvPr id="79" name="Retângulo: Cantos Arredondados 62">
            <a:extLst>
              <a:ext uri="{FF2B5EF4-FFF2-40B4-BE49-F238E27FC236}">
                <a16:creationId xmlns:a16="http://schemas.microsoft.com/office/drawing/2014/main" id="{61169960-F3D5-8925-5C20-9ADCE095FDD7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CAMERA X:</a:t>
            </a:r>
          </a:p>
        </p:txBody>
      </p:sp>
      <p:grpSp>
        <p:nvGrpSpPr>
          <p:cNvPr id="80" name="Agrupar 12">
            <a:extLst>
              <a:ext uri="{FF2B5EF4-FFF2-40B4-BE49-F238E27FC236}">
                <a16:creationId xmlns:a16="http://schemas.microsoft.com/office/drawing/2014/main" id="{F4B53F80-BCF3-1572-D21E-40542A248C27}"/>
              </a:ext>
            </a:extLst>
          </p:cNvPr>
          <p:cNvGrpSpPr/>
          <p:nvPr/>
        </p:nvGrpSpPr>
        <p:grpSpPr>
          <a:xfrm>
            <a:off x="8934852" y="4240031"/>
            <a:ext cx="1528312" cy="631838"/>
            <a:chOff x="3802360" y="667396"/>
            <a:chExt cx="1528312" cy="631838"/>
          </a:xfrm>
        </p:grpSpPr>
        <p:grpSp>
          <p:nvGrpSpPr>
            <p:cNvPr id="81" name="Agrupar 64">
              <a:extLst>
                <a:ext uri="{FF2B5EF4-FFF2-40B4-BE49-F238E27FC236}">
                  <a16:creationId xmlns:a16="http://schemas.microsoft.com/office/drawing/2014/main" id="{E94D648A-8577-84E5-5A06-849B036FCB54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03" name="Retângulo: Cantos Arredondados 88">
                <a:extLst>
                  <a:ext uri="{FF2B5EF4-FFF2-40B4-BE49-F238E27FC236}">
                    <a16:creationId xmlns:a16="http://schemas.microsoft.com/office/drawing/2014/main" id="{19D9B51D-2C0E-148B-AA43-7ED362CD57E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4" name="Retângulo: Cantos Arredondados 89">
                <a:extLst>
                  <a:ext uri="{FF2B5EF4-FFF2-40B4-BE49-F238E27FC236}">
                    <a16:creationId xmlns:a16="http://schemas.microsoft.com/office/drawing/2014/main" id="{B7779874-41FB-5CDD-AA95-A0598D8B1C3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7" name="Retângulo: Cantos Arredondados 91">
                <a:extLst>
                  <a:ext uri="{FF2B5EF4-FFF2-40B4-BE49-F238E27FC236}">
                    <a16:creationId xmlns:a16="http://schemas.microsoft.com/office/drawing/2014/main" id="{7947DD0D-1081-D1B8-64D0-8F24B80E7EDD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</a:t>
                </a: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82" name="Agrupar 68">
              <a:extLst>
                <a:ext uri="{FF2B5EF4-FFF2-40B4-BE49-F238E27FC236}">
                  <a16:creationId xmlns:a16="http://schemas.microsoft.com/office/drawing/2014/main" id="{CA4A5974-5848-B315-B027-8B50D0AF7D0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92" name="Retângulo: Cantos Arredondados 84">
                <a:extLst>
                  <a:ext uri="{FF2B5EF4-FFF2-40B4-BE49-F238E27FC236}">
                    <a16:creationId xmlns:a16="http://schemas.microsoft.com/office/drawing/2014/main" id="{C9A0B83E-FF3F-11DB-EF69-5A1EA3CC3BA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3" name="Retângulo: Cantos Arredondados 85">
                <a:extLst>
                  <a:ext uri="{FF2B5EF4-FFF2-40B4-BE49-F238E27FC236}">
                    <a16:creationId xmlns:a16="http://schemas.microsoft.com/office/drawing/2014/main" id="{C47AEE86-EC84-F8EF-A096-9C80902B1A2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3" name="Agrupar 69">
              <a:extLst>
                <a:ext uri="{FF2B5EF4-FFF2-40B4-BE49-F238E27FC236}">
                  <a16:creationId xmlns:a16="http://schemas.microsoft.com/office/drawing/2014/main" id="{43798A9B-9CF0-FAB3-A9B1-E60A4364EA71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90" name="Retângulo: Cantos Arredondados 80">
                <a:extLst>
                  <a:ext uri="{FF2B5EF4-FFF2-40B4-BE49-F238E27FC236}">
                    <a16:creationId xmlns:a16="http://schemas.microsoft.com/office/drawing/2014/main" id="{6E443C18-D0A6-FF58-9E22-EAE278E7DEF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1" name="Retângulo: Cantos Arredondados 81">
                <a:extLst>
                  <a:ext uri="{FF2B5EF4-FFF2-40B4-BE49-F238E27FC236}">
                    <a16:creationId xmlns:a16="http://schemas.microsoft.com/office/drawing/2014/main" id="{6B908E5E-22F4-8CDE-AE7F-F627D8737F7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4" name="Agrupar 70">
              <a:extLst>
                <a:ext uri="{FF2B5EF4-FFF2-40B4-BE49-F238E27FC236}">
                  <a16:creationId xmlns:a16="http://schemas.microsoft.com/office/drawing/2014/main" id="{BC41B220-2B25-6E52-971C-F7AE4C60067A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88" name="Retângulo: Cantos Arredondados 76">
                <a:extLst>
                  <a:ext uri="{FF2B5EF4-FFF2-40B4-BE49-F238E27FC236}">
                    <a16:creationId xmlns:a16="http://schemas.microsoft.com/office/drawing/2014/main" id="{C6CFA358-E2C0-D864-2A46-134AA89967B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9" name="Retângulo: Cantos Arredondados 77">
                <a:extLst>
                  <a:ext uri="{FF2B5EF4-FFF2-40B4-BE49-F238E27FC236}">
                    <a16:creationId xmlns:a16="http://schemas.microsoft.com/office/drawing/2014/main" id="{3709D957-3389-1684-3EB4-87A385185AF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5" name="Agrupar 71">
              <a:extLst>
                <a:ext uri="{FF2B5EF4-FFF2-40B4-BE49-F238E27FC236}">
                  <a16:creationId xmlns:a16="http://schemas.microsoft.com/office/drawing/2014/main" id="{E1F29A60-D17F-3F00-8642-D5A5483FF10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86" name="Retângulo: Cantos Arredondados 72">
                <a:extLst>
                  <a:ext uri="{FF2B5EF4-FFF2-40B4-BE49-F238E27FC236}">
                    <a16:creationId xmlns:a16="http://schemas.microsoft.com/office/drawing/2014/main" id="{F05306CF-31BA-DB34-D13D-4CEA9F2DB3F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7" name="Retângulo: Cantos Arredondados 73">
                <a:extLst>
                  <a:ext uri="{FF2B5EF4-FFF2-40B4-BE49-F238E27FC236}">
                    <a16:creationId xmlns:a16="http://schemas.microsoft.com/office/drawing/2014/main" id="{1AF79129-B10F-131D-0460-0F420E5D4B3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08" name="Retângulo: Cantos Arredondados 62">
            <a:extLst>
              <a:ext uri="{FF2B5EF4-FFF2-40B4-BE49-F238E27FC236}">
                <a16:creationId xmlns:a16="http://schemas.microsoft.com/office/drawing/2014/main" id="{7479402F-98F7-18AB-43BC-FD7CE4545E80}"/>
              </a:ext>
            </a:extLst>
          </p:cNvPr>
          <p:cNvSpPr/>
          <p:nvPr/>
        </p:nvSpPr>
        <p:spPr>
          <a:xfrm>
            <a:off x="8964107" y="469137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CAMERA DR:</a:t>
            </a:r>
          </a:p>
        </p:txBody>
      </p:sp>
      <p:grpSp>
        <p:nvGrpSpPr>
          <p:cNvPr id="111" name="Agrupar 12">
            <a:extLst>
              <a:ext uri="{FF2B5EF4-FFF2-40B4-BE49-F238E27FC236}">
                <a16:creationId xmlns:a16="http://schemas.microsoft.com/office/drawing/2014/main" id="{646E1E89-B112-188E-EAA4-8DF5768E9B57}"/>
              </a:ext>
            </a:extLst>
          </p:cNvPr>
          <p:cNvGrpSpPr/>
          <p:nvPr/>
        </p:nvGrpSpPr>
        <p:grpSpPr>
          <a:xfrm>
            <a:off x="8959136" y="5050814"/>
            <a:ext cx="1528312" cy="631838"/>
            <a:chOff x="3802360" y="667396"/>
            <a:chExt cx="1528312" cy="631838"/>
          </a:xfrm>
        </p:grpSpPr>
        <p:grpSp>
          <p:nvGrpSpPr>
            <p:cNvPr id="112" name="Agrupar 64">
              <a:extLst>
                <a:ext uri="{FF2B5EF4-FFF2-40B4-BE49-F238E27FC236}">
                  <a16:creationId xmlns:a16="http://schemas.microsoft.com/office/drawing/2014/main" id="{769648A8-80D8-6A57-C833-AA550E7CD593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32" name="Retângulo: Cantos Arredondados 88">
                <a:extLst>
                  <a:ext uri="{FF2B5EF4-FFF2-40B4-BE49-F238E27FC236}">
                    <a16:creationId xmlns:a16="http://schemas.microsoft.com/office/drawing/2014/main" id="{065AA4BC-E098-9DBB-B3DB-F48ECADD85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89">
                <a:extLst>
                  <a:ext uri="{FF2B5EF4-FFF2-40B4-BE49-F238E27FC236}">
                    <a16:creationId xmlns:a16="http://schemas.microsoft.com/office/drawing/2014/main" id="{E0FCBEF7-5AE0-3E11-E82F-4B4EB521650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4" name="Retângulo: Cantos Arredondados 91">
                <a:extLst>
                  <a:ext uri="{FF2B5EF4-FFF2-40B4-BE49-F238E27FC236}">
                    <a16:creationId xmlns:a16="http://schemas.microsoft.com/office/drawing/2014/main" id="{FF1F3269-65E5-48BD-9D4A-A9C1A047F8F1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15" name="Agrupar 68">
              <a:extLst>
                <a:ext uri="{FF2B5EF4-FFF2-40B4-BE49-F238E27FC236}">
                  <a16:creationId xmlns:a16="http://schemas.microsoft.com/office/drawing/2014/main" id="{ECDEA8D8-675E-6165-AA97-D0570FF2B9ED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0" name="Retângulo: Cantos Arredondados 84">
                <a:extLst>
                  <a:ext uri="{FF2B5EF4-FFF2-40B4-BE49-F238E27FC236}">
                    <a16:creationId xmlns:a16="http://schemas.microsoft.com/office/drawing/2014/main" id="{7C6A9FB1-8D2C-543D-A865-673C95D0955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1" name="Retângulo: Cantos Arredondados 85">
                <a:extLst>
                  <a:ext uri="{FF2B5EF4-FFF2-40B4-BE49-F238E27FC236}">
                    <a16:creationId xmlns:a16="http://schemas.microsoft.com/office/drawing/2014/main" id="{8414EC9F-639B-FAEF-0063-935F66431DC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19" name="Agrupar 69">
              <a:extLst>
                <a:ext uri="{FF2B5EF4-FFF2-40B4-BE49-F238E27FC236}">
                  <a16:creationId xmlns:a16="http://schemas.microsoft.com/office/drawing/2014/main" id="{EC9D2C31-5F16-80F9-261C-7CDF63D029FE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28" name="Retângulo: Cantos Arredondados 80">
                <a:extLst>
                  <a:ext uri="{FF2B5EF4-FFF2-40B4-BE49-F238E27FC236}">
                    <a16:creationId xmlns:a16="http://schemas.microsoft.com/office/drawing/2014/main" id="{DEFD9494-2A2A-E9CD-9144-40B3CD66170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9" name="Retângulo: Cantos Arredondados 81">
                <a:extLst>
                  <a:ext uri="{FF2B5EF4-FFF2-40B4-BE49-F238E27FC236}">
                    <a16:creationId xmlns:a16="http://schemas.microsoft.com/office/drawing/2014/main" id="{F92FDBC9-2755-5085-6084-4C5E4796894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2" name="Agrupar 70">
              <a:extLst>
                <a:ext uri="{FF2B5EF4-FFF2-40B4-BE49-F238E27FC236}">
                  <a16:creationId xmlns:a16="http://schemas.microsoft.com/office/drawing/2014/main" id="{390EA33B-BC2C-994B-28A8-4DA90273800D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26" name="Retângulo: Cantos Arredondados 76">
                <a:extLst>
                  <a:ext uri="{FF2B5EF4-FFF2-40B4-BE49-F238E27FC236}">
                    <a16:creationId xmlns:a16="http://schemas.microsoft.com/office/drawing/2014/main" id="{44014B4A-03D9-7D4B-EE52-8266434ABB4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7" name="Retângulo: Cantos Arredondados 77">
                <a:extLst>
                  <a:ext uri="{FF2B5EF4-FFF2-40B4-BE49-F238E27FC236}">
                    <a16:creationId xmlns:a16="http://schemas.microsoft.com/office/drawing/2014/main" id="{B5F25A91-EA01-0EBF-388B-5876F1489B3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3" name="Agrupar 71">
              <a:extLst>
                <a:ext uri="{FF2B5EF4-FFF2-40B4-BE49-F238E27FC236}">
                  <a16:creationId xmlns:a16="http://schemas.microsoft.com/office/drawing/2014/main" id="{398954EF-A506-FBB5-33AE-3AB4C8D836A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24" name="Retângulo: Cantos Arredondados 72">
                <a:extLst>
                  <a:ext uri="{FF2B5EF4-FFF2-40B4-BE49-F238E27FC236}">
                    <a16:creationId xmlns:a16="http://schemas.microsoft.com/office/drawing/2014/main" id="{591A2F38-5EDF-36CD-76DA-1E431090965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5" name="Retângulo: Cantos Arredondados 73">
                <a:extLst>
                  <a:ext uri="{FF2B5EF4-FFF2-40B4-BE49-F238E27FC236}">
                    <a16:creationId xmlns:a16="http://schemas.microsoft.com/office/drawing/2014/main" id="{B2F186EE-6766-81F6-BA4B-D9A6A9FECB4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35" name="Agrupar 12">
            <a:extLst>
              <a:ext uri="{FF2B5EF4-FFF2-40B4-BE49-F238E27FC236}">
                <a16:creationId xmlns:a16="http://schemas.microsoft.com/office/drawing/2014/main" id="{48F1246C-8A41-1AC3-D270-A94FDD164CD2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136" name="Agrupar 64">
              <a:extLst>
                <a:ext uri="{FF2B5EF4-FFF2-40B4-BE49-F238E27FC236}">
                  <a16:creationId xmlns:a16="http://schemas.microsoft.com/office/drawing/2014/main" id="{CAFA3712-3F7D-8AB8-4910-F297DA5961FF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84" name="Retângulo: Cantos Arredondados 88">
                <a:extLst>
                  <a:ext uri="{FF2B5EF4-FFF2-40B4-BE49-F238E27FC236}">
                    <a16:creationId xmlns:a16="http://schemas.microsoft.com/office/drawing/2014/main" id="{6755AEFA-0B2B-67BE-9A65-7DDB2ECDA35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5" name="Retângulo: Cantos Arredondados 89">
                <a:extLst>
                  <a:ext uri="{FF2B5EF4-FFF2-40B4-BE49-F238E27FC236}">
                    <a16:creationId xmlns:a16="http://schemas.microsoft.com/office/drawing/2014/main" id="{02DD6658-1F2C-A2B1-7BF5-549937CB3E8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6" name="Retângulo: Cantos Arredondados 91">
                <a:extLst>
                  <a:ext uri="{FF2B5EF4-FFF2-40B4-BE49-F238E27FC236}">
                    <a16:creationId xmlns:a16="http://schemas.microsoft.com/office/drawing/2014/main" id="{5C4194A2-3EE1-D0D3-0E30-12C3AFAEF7DC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5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6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7 – 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8 –</a:t>
                </a: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 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37" name="Agrupar 68">
              <a:extLst>
                <a:ext uri="{FF2B5EF4-FFF2-40B4-BE49-F238E27FC236}">
                  <a16:creationId xmlns:a16="http://schemas.microsoft.com/office/drawing/2014/main" id="{EB86326B-92A0-D10C-D2C4-B36BDD3E87E6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77" name="Retângulo: Cantos Arredondados 84">
                <a:extLst>
                  <a:ext uri="{FF2B5EF4-FFF2-40B4-BE49-F238E27FC236}">
                    <a16:creationId xmlns:a16="http://schemas.microsoft.com/office/drawing/2014/main" id="{55562E72-7ECE-BC1D-CF2E-8594428B96A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3" name="Retângulo: Cantos Arredondados 85">
                <a:extLst>
                  <a:ext uri="{FF2B5EF4-FFF2-40B4-BE49-F238E27FC236}">
                    <a16:creationId xmlns:a16="http://schemas.microsoft.com/office/drawing/2014/main" id="{C855CAED-A18B-253A-7B91-B9D075ADBCC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9" name="Agrupar 69">
              <a:extLst>
                <a:ext uri="{FF2B5EF4-FFF2-40B4-BE49-F238E27FC236}">
                  <a16:creationId xmlns:a16="http://schemas.microsoft.com/office/drawing/2014/main" id="{4500269E-31A2-AE07-590F-0DEEB1C7918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75" name="Retângulo: Cantos Arredondados 80">
                <a:extLst>
                  <a:ext uri="{FF2B5EF4-FFF2-40B4-BE49-F238E27FC236}">
                    <a16:creationId xmlns:a16="http://schemas.microsoft.com/office/drawing/2014/main" id="{13E7B2A9-9C14-7EC2-71D8-2EE1A6BD4A6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6" name="Retângulo: Cantos Arredondados 81">
                <a:extLst>
                  <a:ext uri="{FF2B5EF4-FFF2-40B4-BE49-F238E27FC236}">
                    <a16:creationId xmlns:a16="http://schemas.microsoft.com/office/drawing/2014/main" id="{29FBD68F-8C1B-2721-B872-859B9D08E52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2" name="Agrupar 70">
              <a:extLst>
                <a:ext uri="{FF2B5EF4-FFF2-40B4-BE49-F238E27FC236}">
                  <a16:creationId xmlns:a16="http://schemas.microsoft.com/office/drawing/2014/main" id="{ECEF52F8-7EE6-E814-EFBB-8D637C77A2C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61" name="Retângulo: Cantos Arredondados 76">
                <a:extLst>
                  <a:ext uri="{FF2B5EF4-FFF2-40B4-BE49-F238E27FC236}">
                    <a16:creationId xmlns:a16="http://schemas.microsoft.com/office/drawing/2014/main" id="{A88270E9-67A1-DC2D-FF88-098C34CA30E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3" name="Retângulo: Cantos Arredondados 77">
                <a:extLst>
                  <a:ext uri="{FF2B5EF4-FFF2-40B4-BE49-F238E27FC236}">
                    <a16:creationId xmlns:a16="http://schemas.microsoft.com/office/drawing/2014/main" id="{E9DCF88D-55BC-3DE0-FD02-0580A34008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6" name="Agrupar 71">
              <a:extLst>
                <a:ext uri="{FF2B5EF4-FFF2-40B4-BE49-F238E27FC236}">
                  <a16:creationId xmlns:a16="http://schemas.microsoft.com/office/drawing/2014/main" id="{3730F6F7-0CF2-A872-CD5D-1960E71D622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51" name="Retângulo: Cantos Arredondados 72">
                <a:extLst>
                  <a:ext uri="{FF2B5EF4-FFF2-40B4-BE49-F238E27FC236}">
                    <a16:creationId xmlns:a16="http://schemas.microsoft.com/office/drawing/2014/main" id="{350C4C1C-558E-8B0A-5A3E-5F333265799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etângulo: Cantos Arredondados 73">
                <a:extLst>
                  <a:ext uri="{FF2B5EF4-FFF2-40B4-BE49-F238E27FC236}">
                    <a16:creationId xmlns:a16="http://schemas.microsoft.com/office/drawing/2014/main" id="{6B89EA41-3DC6-771D-227C-2A8A7B067E9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87" name="Retângulo: Cantos Arredondados 62">
            <a:extLst>
              <a:ext uri="{FF2B5EF4-FFF2-40B4-BE49-F238E27FC236}">
                <a16:creationId xmlns:a16="http://schemas.microsoft.com/office/drawing/2014/main" id="{B661DF67-9805-A43F-E8EC-66664EFC5E5F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86622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1C5F-B7F1-64F2-6D6E-8C32463C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CA51AE-803D-C850-B67D-CCC3C2E50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476413C-1EC8-8153-68AC-B927B2088140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D42E4799-0B5A-09EA-48A4-963E46289DE8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IONxEG</a:t>
            </a: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 (web)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1885C24-658B-4C4F-522B-89E8C6B64667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67153AF0-D1F4-C6A3-7988-6706E62A46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58131F6-9ED4-ABD4-6A6D-C0FA538F021E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0C981DF5-62F9-6036-3EB6-EAE433B7F404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1C62A526-EDE0-1D27-EC59-B9B658E949C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06A971C0-0899-41C5-612A-A6381E6287B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EA8E0E9F-879D-785A-C395-2029795A6BD1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EG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FD012A91-F57E-0F6B-39C8-3A0BD08A4991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D58BE668-0053-8272-1FD6-76C47D1A5DF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41CD394D-4E0A-BB40-54DE-CA8AEA793EB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029F2C2F-C4FB-9C3B-2922-00148418E557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EG 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2444A2D7-973B-58E8-521C-6EDD565A60D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6285898A-C72A-A526-76A6-55AF7C89FCF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72228F57-98B6-6973-488D-705F16F4EE7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17F756E8-DDCF-3A92-FEC3-C01D8063C68C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E86F449A-9CF7-9EC9-0E70-2079A70B0CC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82A39830-547E-F8EA-0D54-CED0E2F7216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1841255E-A572-5186-64DE-22B152A41A5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51E902BA-A9A9-2B16-350C-D780259740B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450348A0-3EE1-F7B0-81CD-AE0D4635964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819798C2-6B04-D3D2-1C9E-5CCA462577AA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949B86B-36EE-F70D-7B59-E41562022901}"/>
              </a:ext>
            </a:extLst>
          </p:cNvPr>
          <p:cNvSpPr/>
          <p:nvPr/>
        </p:nvSpPr>
        <p:spPr>
          <a:xfrm>
            <a:off x="2264713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AB1D7CD-610F-DB31-69EF-17200E240A48}"/>
              </a:ext>
            </a:extLst>
          </p:cNvPr>
          <p:cNvSpPr/>
          <p:nvPr/>
        </p:nvSpPr>
        <p:spPr>
          <a:xfrm>
            <a:off x="2264712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3BD35ACE-5E6B-D78E-C7DC-FC872E98577E}"/>
              </a:ext>
            </a:extLst>
          </p:cNvPr>
          <p:cNvSpPr/>
          <p:nvPr/>
        </p:nvSpPr>
        <p:spPr>
          <a:xfrm>
            <a:off x="1289641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11EB50E7-A314-D6C5-76D1-E84CD115BF8A}"/>
              </a:ext>
            </a:extLst>
          </p:cNvPr>
          <p:cNvCxnSpPr>
            <a:stCxn id="24" idx="3"/>
          </p:cNvCxnSpPr>
          <p:nvPr/>
        </p:nvCxnSpPr>
        <p:spPr>
          <a:xfrm>
            <a:off x="2918747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53AF935F-3C17-F555-DB4D-4F36511FFA77}"/>
              </a:ext>
            </a:extLst>
          </p:cNvPr>
          <p:cNvCxnSpPr>
            <a:stCxn id="18" idx="3"/>
          </p:cNvCxnSpPr>
          <p:nvPr/>
        </p:nvCxnSpPr>
        <p:spPr>
          <a:xfrm>
            <a:off x="2918748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EB0FE719-8E9D-28FA-1F5D-85DB2C0DA637}"/>
              </a:ext>
            </a:extLst>
          </p:cNvPr>
          <p:cNvSpPr/>
          <p:nvPr/>
        </p:nvSpPr>
        <p:spPr>
          <a:xfrm>
            <a:off x="3974640" y="470941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PVW WEB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B3E7E559-5E48-9212-0E37-41A96330046F}"/>
              </a:ext>
            </a:extLst>
          </p:cNvPr>
          <p:cNvSpPr/>
          <p:nvPr/>
        </p:nvSpPr>
        <p:spPr>
          <a:xfrm>
            <a:off x="2999569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ED3A8274-EAC5-4E73-B14D-DA9ECF3CA55D}"/>
              </a:ext>
            </a:extLst>
          </p:cNvPr>
          <p:cNvCxnSpPr>
            <a:stCxn id="258" idx="3"/>
          </p:cNvCxnSpPr>
          <p:nvPr/>
        </p:nvCxnSpPr>
        <p:spPr>
          <a:xfrm>
            <a:off x="4628675" y="481598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BB32C71B-7ABF-4D1A-C764-D562D5979D90}"/>
              </a:ext>
            </a:extLst>
          </p:cNvPr>
          <p:cNvSpPr/>
          <p:nvPr/>
        </p:nvSpPr>
        <p:spPr>
          <a:xfrm>
            <a:off x="6086281" y="58003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PVW WEB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7FD3FE8E-536B-25C5-62B0-2EA2DE1ACD25}"/>
              </a:ext>
            </a:extLst>
          </p:cNvPr>
          <p:cNvCxnSpPr>
            <a:cxnSpLocks/>
            <a:stCxn id="264" idx="1"/>
          </p:cNvCxnSpPr>
          <p:nvPr/>
        </p:nvCxnSpPr>
        <p:spPr>
          <a:xfrm flipH="1">
            <a:off x="3907386" y="5906917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88FF9224-A28B-E6BD-8700-420956D90C1C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AECA8699-BE87-03DB-DBFE-FEE424DA1366}"/>
              </a:ext>
            </a:extLst>
          </p:cNvPr>
          <p:cNvSpPr/>
          <p:nvPr/>
        </p:nvSpPr>
        <p:spPr>
          <a:xfrm>
            <a:off x="8869965" y="1358317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22980853-1229-8B50-65B8-3B556123AF17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51ACDB88-6009-DB49-DE1C-D843F6717C4B}"/>
              </a:ext>
            </a:extLst>
          </p:cNvPr>
          <p:cNvGrpSpPr/>
          <p:nvPr/>
        </p:nvGrpSpPr>
        <p:grpSpPr>
          <a:xfrm>
            <a:off x="9190633" y="4453132"/>
            <a:ext cx="2283409" cy="1366864"/>
            <a:chOff x="9171430" y="4805765"/>
            <a:chExt cx="1648544" cy="1014229"/>
          </a:xfrm>
        </p:grpSpPr>
        <p:grpSp>
          <p:nvGrpSpPr>
            <p:cNvPr id="391" name="Agrupar 12">
              <a:extLst>
                <a:ext uri="{FF2B5EF4-FFF2-40B4-BE49-F238E27FC236}">
                  <a16:creationId xmlns:a16="http://schemas.microsoft.com/office/drawing/2014/main" id="{0DBB7B75-56D8-F404-7A36-62CBAD56D8C9}"/>
                </a:ext>
              </a:extLst>
            </p:cNvPr>
            <p:cNvGrpSpPr/>
            <p:nvPr/>
          </p:nvGrpSpPr>
          <p:grpSpPr>
            <a:xfrm>
              <a:off x="9171430" y="5180865"/>
              <a:ext cx="1648544" cy="639129"/>
              <a:chOff x="3848589" y="660105"/>
              <a:chExt cx="1528312" cy="639129"/>
            </a:xfrm>
          </p:grpSpPr>
          <p:grpSp>
            <p:nvGrpSpPr>
              <p:cNvPr id="392" name="Agrupar 64">
                <a:extLst>
                  <a:ext uri="{FF2B5EF4-FFF2-40B4-BE49-F238E27FC236}">
                    <a16:creationId xmlns:a16="http://schemas.microsoft.com/office/drawing/2014/main" id="{86C92114-98AF-51A0-0601-8319C450580C}"/>
                  </a:ext>
                </a:extLst>
              </p:cNvPr>
              <p:cNvGrpSpPr/>
              <p:nvPr/>
            </p:nvGrpSpPr>
            <p:grpSpPr>
              <a:xfrm>
                <a:off x="3848589" y="660105"/>
                <a:ext cx="1528312" cy="198978"/>
                <a:chOff x="3848589" y="660105"/>
                <a:chExt cx="1528312" cy="198978"/>
              </a:xfrm>
            </p:grpSpPr>
            <p:sp>
              <p:nvSpPr>
                <p:cNvPr id="405" name="Retângulo: Cantos Arredondados 88">
                  <a:extLst>
                    <a:ext uri="{FF2B5EF4-FFF2-40B4-BE49-F238E27FC236}">
                      <a16:creationId xmlns:a16="http://schemas.microsoft.com/office/drawing/2014/main" id="{B2EEFBA2-496A-9D64-35E5-FE59FAC8ED1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6" name="Retângulo: Cantos Arredondados 89">
                  <a:extLst>
                    <a:ext uri="{FF2B5EF4-FFF2-40B4-BE49-F238E27FC236}">
                      <a16:creationId xmlns:a16="http://schemas.microsoft.com/office/drawing/2014/main" id="{33B3E84C-5841-3040-1885-BB0B0F75A677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7" name="Retângulo: Cantos Arredondados 91">
                  <a:extLst>
                    <a:ext uri="{FF2B5EF4-FFF2-40B4-BE49-F238E27FC236}">
                      <a16:creationId xmlns:a16="http://schemas.microsoft.com/office/drawing/2014/main" id="{BC88448D-D11F-73AB-638E-F79A037C5096}"/>
                    </a:ext>
                  </a:extLst>
                </p:cNvPr>
                <p:cNvSpPr/>
                <p:nvPr/>
              </p:nvSpPr>
              <p:spPr>
                <a:xfrm>
                  <a:off x="3848589" y="66010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393" name="Agrupar 68">
                <a:extLst>
                  <a:ext uri="{FF2B5EF4-FFF2-40B4-BE49-F238E27FC236}">
                    <a16:creationId xmlns:a16="http://schemas.microsoft.com/office/drawing/2014/main" id="{FBA5BC2D-FC99-5E57-9116-EA4B3046F515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403" name="Retângulo: Cantos Arredondados 84">
                  <a:extLst>
                    <a:ext uri="{FF2B5EF4-FFF2-40B4-BE49-F238E27FC236}">
                      <a16:creationId xmlns:a16="http://schemas.microsoft.com/office/drawing/2014/main" id="{D9E5B233-4A78-01EF-1585-A61D5E71A7B2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4" name="Retângulo: Cantos Arredondados 85">
                  <a:extLst>
                    <a:ext uri="{FF2B5EF4-FFF2-40B4-BE49-F238E27FC236}">
                      <a16:creationId xmlns:a16="http://schemas.microsoft.com/office/drawing/2014/main" id="{E930E222-9C75-E127-94F2-F088386459D3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94" name="Agrupar 69">
                <a:extLst>
                  <a:ext uri="{FF2B5EF4-FFF2-40B4-BE49-F238E27FC236}">
                    <a16:creationId xmlns:a16="http://schemas.microsoft.com/office/drawing/2014/main" id="{6A7ADB56-C9F4-3621-7735-07D03FD5F8C9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401" name="Retângulo: Cantos Arredondados 80">
                  <a:extLst>
                    <a:ext uri="{FF2B5EF4-FFF2-40B4-BE49-F238E27FC236}">
                      <a16:creationId xmlns:a16="http://schemas.microsoft.com/office/drawing/2014/main" id="{2448A47D-DF40-FEAF-B28F-540019BED98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2" name="Retângulo: Cantos Arredondados 81">
                  <a:extLst>
                    <a:ext uri="{FF2B5EF4-FFF2-40B4-BE49-F238E27FC236}">
                      <a16:creationId xmlns:a16="http://schemas.microsoft.com/office/drawing/2014/main" id="{7DDE6711-D709-F6BE-A026-5AA88B2E426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95" name="Agrupar 70">
                <a:extLst>
                  <a:ext uri="{FF2B5EF4-FFF2-40B4-BE49-F238E27FC236}">
                    <a16:creationId xmlns:a16="http://schemas.microsoft.com/office/drawing/2014/main" id="{F9A60A8F-0980-B4A2-5F50-FC8A338630A6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399" name="Retângulo: Cantos Arredondados 76">
                  <a:extLst>
                    <a:ext uri="{FF2B5EF4-FFF2-40B4-BE49-F238E27FC236}">
                      <a16:creationId xmlns:a16="http://schemas.microsoft.com/office/drawing/2014/main" id="{C8961701-AA2B-DD8A-2EE4-657A4423BD5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0" name="Retângulo: Cantos Arredondados 77">
                  <a:extLst>
                    <a:ext uri="{FF2B5EF4-FFF2-40B4-BE49-F238E27FC236}">
                      <a16:creationId xmlns:a16="http://schemas.microsoft.com/office/drawing/2014/main" id="{BDDA8ABA-337E-DD39-4F49-8EC56F889A9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96" name="Agrupar 71">
                <a:extLst>
                  <a:ext uri="{FF2B5EF4-FFF2-40B4-BE49-F238E27FC236}">
                    <a16:creationId xmlns:a16="http://schemas.microsoft.com/office/drawing/2014/main" id="{A265CEFF-1C94-D32A-FFDA-7E86B379F761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397" name="Retângulo: Cantos Arredondados 72">
                  <a:extLst>
                    <a:ext uri="{FF2B5EF4-FFF2-40B4-BE49-F238E27FC236}">
                      <a16:creationId xmlns:a16="http://schemas.microsoft.com/office/drawing/2014/main" id="{109E2628-5563-D0D8-00FA-C1BA6635B85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98" name="Retângulo: Cantos Arredondados 73">
                  <a:extLst>
                    <a:ext uri="{FF2B5EF4-FFF2-40B4-BE49-F238E27FC236}">
                      <a16:creationId xmlns:a16="http://schemas.microsoft.com/office/drawing/2014/main" id="{8D22EBFB-5950-503C-93B5-5F7112690576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408" name="Retângulo: Cantos Arredondados 62">
              <a:extLst>
                <a:ext uri="{FF2B5EF4-FFF2-40B4-BE49-F238E27FC236}">
                  <a16:creationId xmlns:a16="http://schemas.microsoft.com/office/drawing/2014/main" id="{C77DB3BC-A81F-C2A7-50A7-5F9EB4BFF667}"/>
                </a:ext>
              </a:extLst>
            </p:cNvPr>
            <p:cNvSpPr/>
            <p:nvPr/>
          </p:nvSpPr>
          <p:spPr>
            <a:xfrm>
              <a:off x="9171430" y="4805765"/>
              <a:ext cx="898947" cy="665543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8365AD65-525C-B8AA-8CDE-774E63CB9074}"/>
              </a:ext>
            </a:extLst>
          </p:cNvPr>
          <p:cNvGrpSpPr/>
          <p:nvPr/>
        </p:nvGrpSpPr>
        <p:grpSpPr>
          <a:xfrm>
            <a:off x="10504083" y="5141629"/>
            <a:ext cx="294508" cy="1294706"/>
            <a:chOff x="4082569" y="667396"/>
            <a:chExt cx="269559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8819F8E9-54C3-225E-8316-C21E4794CE66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B5C1B50C-DD3B-97E9-8BC5-A542E73CD24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921C6A2E-06BF-E585-D9BD-EEFD98DECB7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3B64B0E0-3E93-3E08-1009-A815745B19C2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5B1E47B6-0DDE-179C-F1FB-E1D30F42C6E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40ED5B03-3167-BA4F-DAAD-81D6893FD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CAA47FA9-5307-01AB-9D3F-2BAB8ED5A1B0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A28E6923-0531-6158-4E19-85A86A2A452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798CCE0E-29F1-5A6D-CD66-90D35AF87F6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54D07C61-EB59-F1CE-18DE-1CCD74CD98D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0A39A52A-7085-428F-34BF-E17CCE0778A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A47779C7-DD17-2F43-AE8A-80BCF3848DB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74B4A5E3-2D8B-83C8-1E70-6CE004C070D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844594D8-35A6-A1B9-B565-56EE008445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44A102E4-1D9A-0029-5CDD-52A96E15C87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B92A4FEB-FA01-9FFD-6138-0A48DAE83DE1}"/>
              </a:ext>
            </a:extLst>
          </p:cNvPr>
          <p:cNvSpPr/>
          <p:nvPr/>
        </p:nvSpPr>
        <p:spPr>
          <a:xfrm>
            <a:off x="6777821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308B674A-AB74-8B67-E643-B0056F2E1BCF}"/>
              </a:ext>
            </a:extLst>
          </p:cNvPr>
          <p:cNvSpPr/>
          <p:nvPr/>
        </p:nvSpPr>
        <p:spPr>
          <a:xfrm>
            <a:off x="5080542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02D69A-E0EE-D627-B536-D015631AF76F}"/>
              </a:ext>
            </a:extLst>
          </p:cNvPr>
          <p:cNvSpPr txBox="1"/>
          <p:nvPr/>
        </p:nvSpPr>
        <p:spPr>
          <a:xfrm>
            <a:off x="2928963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52B6FCB4-C372-E5DD-3E98-0929097082EA}"/>
              </a:ext>
            </a:extLst>
          </p:cNvPr>
          <p:cNvSpPr txBox="1"/>
          <p:nvPr/>
        </p:nvSpPr>
        <p:spPr>
          <a:xfrm>
            <a:off x="2933389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13E7277D-274A-5CF2-7F6E-BDCB65D752EE}"/>
              </a:ext>
            </a:extLst>
          </p:cNvPr>
          <p:cNvSpPr txBox="1"/>
          <p:nvPr/>
        </p:nvSpPr>
        <p:spPr>
          <a:xfrm>
            <a:off x="4630202" y="465948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PAINEL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EEB2332E-D500-DF53-E1A5-F4B6C4AF381B}"/>
              </a:ext>
            </a:extLst>
          </p:cNvPr>
          <p:cNvSpPr txBox="1"/>
          <p:nvPr/>
        </p:nvSpPr>
        <p:spPr>
          <a:xfrm>
            <a:off x="5403551" y="5745820"/>
            <a:ext cx="503473" cy="206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PAINEL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14B4487-557C-AE6F-3879-792ECE54BD75}"/>
              </a:ext>
            </a:extLst>
          </p:cNvPr>
          <p:cNvSpPr/>
          <p:nvPr/>
        </p:nvSpPr>
        <p:spPr>
          <a:xfrm>
            <a:off x="2252523" y="2123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DR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D54E4B7D-CB30-8BE7-3132-BD642C824564}"/>
              </a:ext>
            </a:extLst>
          </p:cNvPr>
          <p:cNvCxnSpPr>
            <a:stCxn id="17" idx="3"/>
          </p:cNvCxnSpPr>
          <p:nvPr/>
        </p:nvCxnSpPr>
        <p:spPr>
          <a:xfrm flipV="1">
            <a:off x="2906557" y="2230115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FA178D6-EBF9-7963-0447-041608BE6706}"/>
              </a:ext>
            </a:extLst>
          </p:cNvPr>
          <p:cNvSpPr txBox="1"/>
          <p:nvPr/>
        </p:nvSpPr>
        <p:spPr>
          <a:xfrm>
            <a:off x="2908082" y="206695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MW DR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57593F4-8B5B-68E3-D1B0-5851120B595B}"/>
              </a:ext>
            </a:extLst>
          </p:cNvPr>
          <p:cNvSpPr/>
          <p:nvPr/>
        </p:nvSpPr>
        <p:spPr>
          <a:xfrm>
            <a:off x="6074713" y="18296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89AC354-B302-1EEE-59D2-8BE88BC8CB70}"/>
              </a:ext>
            </a:extLst>
          </p:cNvPr>
          <p:cNvSpPr/>
          <p:nvPr/>
        </p:nvSpPr>
        <p:spPr>
          <a:xfrm>
            <a:off x="6074712" y="151736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35" name="Conector de seta reta 154">
            <a:extLst>
              <a:ext uri="{FF2B5EF4-FFF2-40B4-BE49-F238E27FC236}">
                <a16:creationId xmlns:a16="http://schemas.microsoft.com/office/drawing/2014/main" id="{FC05824A-691C-3F08-0CCE-0299910FCF7D}"/>
              </a:ext>
            </a:extLst>
          </p:cNvPr>
          <p:cNvCxnSpPr>
            <a:stCxn id="34" idx="3"/>
          </p:cNvCxnSpPr>
          <p:nvPr/>
        </p:nvCxnSpPr>
        <p:spPr>
          <a:xfrm>
            <a:off x="6728747" y="162394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157">
            <a:extLst>
              <a:ext uri="{FF2B5EF4-FFF2-40B4-BE49-F238E27FC236}">
                <a16:creationId xmlns:a16="http://schemas.microsoft.com/office/drawing/2014/main" id="{4F8A3ECC-C235-267C-2948-647F062F702E}"/>
              </a:ext>
            </a:extLst>
          </p:cNvPr>
          <p:cNvCxnSpPr>
            <a:stCxn id="7" idx="3"/>
          </p:cNvCxnSpPr>
          <p:nvPr/>
        </p:nvCxnSpPr>
        <p:spPr>
          <a:xfrm>
            <a:off x="6728748" y="19362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8CC8D2F-37D0-DF31-4C81-99BF811365AB}"/>
              </a:ext>
            </a:extLst>
          </p:cNvPr>
          <p:cNvSpPr txBox="1"/>
          <p:nvPr/>
        </p:nvSpPr>
        <p:spPr>
          <a:xfrm>
            <a:off x="6738963" y="146763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71379A2-809E-236B-0AD5-F2860A19A5F7}"/>
              </a:ext>
            </a:extLst>
          </p:cNvPr>
          <p:cNvSpPr txBox="1"/>
          <p:nvPr/>
        </p:nvSpPr>
        <p:spPr>
          <a:xfrm>
            <a:off x="6743389" y="177675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08325FA-D85F-BC7B-E5D3-6E742B58084F}"/>
              </a:ext>
            </a:extLst>
          </p:cNvPr>
          <p:cNvSpPr/>
          <p:nvPr/>
        </p:nvSpPr>
        <p:spPr>
          <a:xfrm>
            <a:off x="6071667" y="213883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DR</a:t>
            </a:r>
          </a:p>
        </p:txBody>
      </p:sp>
      <p:cxnSp>
        <p:nvCxnSpPr>
          <p:cNvPr id="40" name="Conector de seta reta 159">
            <a:extLst>
              <a:ext uri="{FF2B5EF4-FFF2-40B4-BE49-F238E27FC236}">
                <a16:creationId xmlns:a16="http://schemas.microsoft.com/office/drawing/2014/main" id="{752A398E-08D3-87E9-65F4-4601B08180B6}"/>
              </a:ext>
            </a:extLst>
          </p:cNvPr>
          <p:cNvCxnSpPr>
            <a:stCxn id="39" idx="3"/>
          </p:cNvCxnSpPr>
          <p:nvPr/>
        </p:nvCxnSpPr>
        <p:spPr>
          <a:xfrm flipV="1">
            <a:off x="6725701" y="2245355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9413EB6-C7C8-D2D8-EC9C-F3665B93F770}"/>
              </a:ext>
            </a:extLst>
          </p:cNvPr>
          <p:cNvSpPr txBox="1"/>
          <p:nvPr/>
        </p:nvSpPr>
        <p:spPr>
          <a:xfrm>
            <a:off x="6727226" y="208219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CAB316-D354-45B6-48BB-6A36A610A666}"/>
              </a:ext>
            </a:extLst>
          </p:cNvPr>
          <p:cNvSpPr txBox="1"/>
          <p:nvPr/>
        </p:nvSpPr>
        <p:spPr>
          <a:xfrm>
            <a:off x="9011929" y="6509600"/>
            <a:ext cx="29013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err="1"/>
              <a:t>Station</a:t>
            </a:r>
            <a:r>
              <a:rPr lang="pt-BR" sz="1200"/>
              <a:t>: MSW/GNT/TVG entretenimento</a:t>
            </a:r>
          </a:p>
        </p:txBody>
      </p:sp>
    </p:spTree>
    <p:extLst>
      <p:ext uri="{BB962C8B-B14F-4D97-AF65-F5344CB8AC3E}">
        <p14:creationId xmlns:p14="http://schemas.microsoft.com/office/powerpoint/2010/main" val="4257152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BE3DA-986D-F47D-9AAF-4961D509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098FCF-DA03-482E-29B9-3BE2BC82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4754D8D-25F0-E3BA-7F95-02DED801CCDC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CE97B0A4-809F-FA3F-A055-C6B946688E9E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IONxEG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26817E2-3719-B57F-29D3-C08C1AE39B4B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5FA29908-445D-7DE1-9BC2-4CF50BBEE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F28EF0D8-A2A2-B9D9-39C4-7AAC9A43F544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BAB43D04-9FE7-D52B-E594-EE23B557C8DE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B194C2FB-CBDA-D465-AF87-76CF7BBF4C1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5C92A735-053C-821F-184F-ACE16956023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B1806CCF-6160-E057-06C4-FCAF9127C3AF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MG3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58D4842-CE5C-BDD6-3E8C-54618DE92BA4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DF019428-E1F3-D733-4463-18035AA9945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A62232E1-09F4-AFD0-FE20-7CEB0E1F8AC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F0BE5C62-87C0-9285-DD48-56759B559D21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 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6BFE85E2-E245-789A-989D-5F6C9B2B05DF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E631D51C-C66E-EF8D-5E3F-D5D4E175E3D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9382249A-8762-FDE1-7B32-64727E8076C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0D667F8E-B69A-9B30-B486-3152A956C741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A21866C5-CA37-8304-B300-36E457D9EA1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916686F0-7592-26B5-1B60-9235F2C51FF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D93DA86C-9023-2C10-F5C7-900FB4BEB176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A890DF01-19B6-5D00-1D72-07D3BD9DDD6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2BB1032B-2F5F-4005-3227-14F61ADD4BA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4DDDB5DC-A34C-96EA-4AAF-BED8403BB241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0EDDF7B-2FFC-5A7C-979F-7E3E3F96BB12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079673D-AB24-FD7D-74C6-94EE25A54715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CBA11A3-F351-7A9B-068E-E73C568A3A8E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E2BCECAA-AAB1-A60A-C72F-C27F8B850544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89BE218E-5E52-A79E-FE87-FD0231116F8C}"/>
              </a:ext>
            </a:extLst>
          </p:cNvPr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F9888997-B798-59AC-5F77-61C5DCB7A069}"/>
              </a:ext>
            </a:extLst>
          </p:cNvPr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20C27AEE-08BB-8748-23E3-312373C0698F}"/>
              </a:ext>
            </a:extLst>
          </p:cNvPr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A6586625-251D-CD33-DB61-5B8711CCE059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MVW AUDIO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3FD0B08C-E389-AFBB-E521-14695F8070F5}"/>
              </a:ext>
            </a:extLst>
          </p:cNvPr>
          <p:cNvSpPr/>
          <p:nvPr/>
        </p:nvSpPr>
        <p:spPr>
          <a:xfrm>
            <a:off x="3850814" y="29640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F3179E24-89F3-5241-0339-3173F629CA90}"/>
              </a:ext>
            </a:extLst>
          </p:cNvPr>
          <p:cNvCxnSpPr/>
          <p:nvPr/>
        </p:nvCxnSpPr>
        <p:spPr>
          <a:xfrm flipH="1" flipV="1">
            <a:off x="1717212" y="3054419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1DBAECB7-D8D9-BF10-AA25-1EB15320B2B7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A3571C2B-E442-5EFC-8130-4DB4CD77968A}"/>
              </a:ext>
            </a:extLst>
          </p:cNvPr>
          <p:cNvSpPr/>
          <p:nvPr/>
        </p:nvSpPr>
        <p:spPr>
          <a:xfrm>
            <a:off x="1770936" y="416077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EG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BCCA8F06-6AE3-FBDE-EB12-E729319E2B0D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52EE2ABB-E3CC-3A68-6A4A-4C3C80BDDE3C}"/>
              </a:ext>
            </a:extLst>
          </p:cNvPr>
          <p:cNvCxnSpPr>
            <a:stCxn id="258" idx="3"/>
          </p:cNvCxnSpPr>
          <p:nvPr/>
        </p:nvCxnSpPr>
        <p:spPr>
          <a:xfrm>
            <a:off x="2424971" y="426734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2F7AFD24-D81E-44B8-A89C-BDB414A71912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3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64F3884D-FC3B-EDC0-A22C-5159A71EEEB1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D62B9B86-B679-406F-8F21-45BD353AE1C9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23542858-6EA9-C5BA-9D5D-2E6B0D0D1DC5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CF2CDD6A-751C-5AFD-4929-6F1C35FFAE16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  <a:endParaRPr lang="pt-BR"/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A47EEA74-6F12-F2F2-19CA-4284CF36349F}"/>
              </a:ext>
            </a:extLst>
          </p:cNvPr>
          <p:cNvSpPr/>
          <p:nvPr/>
        </p:nvSpPr>
        <p:spPr>
          <a:xfrm>
            <a:off x="5579478" y="2110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DA54FEF1-6EB5-4A48-838D-181C2BFFEC42}"/>
              </a:ext>
            </a:extLst>
          </p:cNvPr>
          <p:cNvSpPr/>
          <p:nvPr/>
        </p:nvSpPr>
        <p:spPr>
          <a:xfrm>
            <a:off x="5579476" y="18090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07BF9F1B-7298-A88D-A211-DC3E3BB6033C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CD5B4D6F-B2F0-F751-3464-684F8846CFF0}"/>
              </a:ext>
            </a:extLst>
          </p:cNvPr>
          <p:cNvCxnSpPr>
            <a:cxnSpLocks/>
          </p:cNvCxnSpPr>
          <p:nvPr/>
        </p:nvCxnSpPr>
        <p:spPr>
          <a:xfrm>
            <a:off x="6235404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685EBB4D-CF84-D8A0-2A0F-0FDB70442A49}"/>
              </a:ext>
            </a:extLst>
          </p:cNvPr>
          <p:cNvCxnSpPr>
            <a:cxnSpLocks/>
          </p:cNvCxnSpPr>
          <p:nvPr/>
        </p:nvCxnSpPr>
        <p:spPr>
          <a:xfrm>
            <a:off x="6226105" y="191566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65667938-BFFA-7084-969A-216540CE9EAA}"/>
              </a:ext>
            </a:extLst>
          </p:cNvPr>
          <p:cNvCxnSpPr>
            <a:cxnSpLocks/>
          </p:cNvCxnSpPr>
          <p:nvPr/>
        </p:nvCxnSpPr>
        <p:spPr>
          <a:xfrm>
            <a:off x="6226205" y="221717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D41F4D7C-4774-5CAD-DC8F-4ADA10E6CE3B}"/>
              </a:ext>
            </a:extLst>
          </p:cNvPr>
          <p:cNvSpPr/>
          <p:nvPr/>
        </p:nvSpPr>
        <p:spPr>
          <a:xfrm>
            <a:off x="5579676" y="27136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324BA1B1-628A-E71C-D66D-B79EE7D86F85}"/>
              </a:ext>
            </a:extLst>
          </p:cNvPr>
          <p:cNvSpPr/>
          <p:nvPr/>
        </p:nvSpPr>
        <p:spPr>
          <a:xfrm>
            <a:off x="5579675" y="24121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DR</a:t>
            </a:r>
          </a:p>
        </p:txBody>
      </p: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A2EB872F-527F-B054-AC7B-B9CB77D1644C}"/>
              </a:ext>
            </a:extLst>
          </p:cNvPr>
          <p:cNvCxnSpPr>
            <a:cxnSpLocks/>
          </p:cNvCxnSpPr>
          <p:nvPr/>
        </p:nvCxnSpPr>
        <p:spPr>
          <a:xfrm flipV="1">
            <a:off x="6226205" y="250208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E7E1AC4F-4B4E-0D55-F34C-7EB5D13548CA}"/>
              </a:ext>
            </a:extLst>
          </p:cNvPr>
          <p:cNvCxnSpPr>
            <a:cxnSpLocks/>
          </p:cNvCxnSpPr>
          <p:nvPr/>
        </p:nvCxnSpPr>
        <p:spPr>
          <a:xfrm flipV="1">
            <a:off x="6226205" y="2805202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2AB1E4D8-20CE-4D8D-CE5F-FB0B77804453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45631DD4-D27F-18E4-7455-566EAA069B5F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120DBEB8-2FBC-81D6-0DCE-0F1DCB02F5FD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F20D8411-6DB9-41D9-FB02-82EB0FB582A7}"/>
              </a:ext>
            </a:extLst>
          </p:cNvPr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ACDAEC84-FE7F-38CD-4FE1-1B69615E0209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626BF018-6DD1-CCE8-70BC-4FCDD6A3B96E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645D2C17-C0B8-37DC-9012-FD80E7C8F4D8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EG</a:t>
            </a:r>
          </a:p>
        </p:txBody>
      </p:sp>
      <p:cxnSp>
        <p:nvCxnSpPr>
          <p:cNvPr id="345" name="Conector de seta reta 344">
            <a:extLst>
              <a:ext uri="{FF2B5EF4-FFF2-40B4-BE49-F238E27FC236}">
                <a16:creationId xmlns:a16="http://schemas.microsoft.com/office/drawing/2014/main" id="{F35BD919-C7F0-39BF-0DBC-3D3DDF69A11B}"/>
              </a:ext>
            </a:extLst>
          </p:cNvPr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5A0452B6-2C87-C19D-5C19-B3A3844062F2}"/>
              </a:ext>
            </a:extLst>
          </p:cNvPr>
          <p:cNvGrpSpPr/>
          <p:nvPr/>
        </p:nvGrpSpPr>
        <p:grpSpPr>
          <a:xfrm>
            <a:off x="10204009" y="452106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9F93849C-626A-C377-FB7B-83A47F487841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0E608633-5CA9-3433-BCEE-58E381B97D2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99EBFDEB-7B55-C8DD-6423-966921A4817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36C7A346-1B43-1508-46F2-FF4E07439699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5819C761-5C06-CB6B-F106-A1164258C1D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719D815A-91D0-C9F3-5894-95D402E0425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3584A64A-1315-75E3-151A-317175D93A5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C0A2940B-1A2C-A3EF-921F-B0E4FA8826C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9B9CA164-650B-1172-8887-DAC85DA180F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8FA9CC71-D779-7350-667F-13328A2D4F3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F0525DE2-5D05-9A70-F609-8247429C116C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7ABFC3EE-2206-E362-AB01-EBAB1AE4FC3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5A156567-61F2-BBE9-B5DC-159FD20485A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42EA9F0C-EFFC-475F-B12D-A7173619DA4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79570507-8501-B6DF-3E62-DFBE7DBEC91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CD7A6E91-C7BA-72CF-972D-10F50C5AC7D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52398B7C-C14A-6D23-AC7E-51E88843A04C}"/>
              </a:ext>
            </a:extLst>
          </p:cNvPr>
          <p:cNvSpPr/>
          <p:nvPr/>
        </p:nvSpPr>
        <p:spPr>
          <a:xfrm>
            <a:off x="10253875" y="4138674"/>
            <a:ext cx="1204528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02248A35-51D1-0111-BD0D-19DD4E313208}"/>
              </a:ext>
            </a:extLst>
          </p:cNvPr>
          <p:cNvGrpSpPr/>
          <p:nvPr/>
        </p:nvGrpSpPr>
        <p:grpSpPr>
          <a:xfrm>
            <a:off x="10197940" y="5141629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E09F75ED-8397-14C1-33A7-1A6765C1B37C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D38492ED-ED70-49C2-F719-51D0B223F11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609D8321-6532-F1F1-3523-8DBF321CE4E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BEA50E5F-A31C-D52C-A468-4DB1559F03CA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94877F3D-DD57-35B3-A19F-794926BBEF2E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E3B24FAB-1B94-45FF-4874-2256A7D544D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9B329C63-10E1-FBD9-6522-0A768748D23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F4453DC0-26CD-F8AA-870E-A9811B5CBD8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40C0EBC6-F0FF-AAA3-5CF4-BA03A0B7D0A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5E903B85-24F3-2B16-9643-11C891FD394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B8DF8338-F6AB-5C2A-D7DB-85E3219BEDD2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5567FDF4-7752-C3C1-6492-3A96647742B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4A1BF609-1BD3-AB36-D8FA-37C8B77D2A4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117C0EF0-F453-E98A-0176-892D3969076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A77A5AD5-8A8D-46DE-B5AA-055A887F545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7E287913-3A29-C8A7-E37D-46B9B25E18E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9F199DB6-62A8-2A8D-51F0-077F8205D8C4}"/>
              </a:ext>
            </a:extLst>
          </p:cNvPr>
          <p:cNvSpPr/>
          <p:nvPr/>
        </p:nvSpPr>
        <p:spPr>
          <a:xfrm>
            <a:off x="10256918" y="4949922"/>
            <a:ext cx="1201485" cy="851838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CA115682-8673-6709-F554-A4CDC153087E}"/>
              </a:ext>
            </a:extLst>
          </p:cNvPr>
          <p:cNvSpPr/>
          <p:nvPr/>
        </p:nvSpPr>
        <p:spPr>
          <a:xfrm>
            <a:off x="1779051" y="465252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 EG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D6DD3469-162A-F696-1AF4-75F7DB887449}"/>
              </a:ext>
            </a:extLst>
          </p:cNvPr>
          <p:cNvSpPr/>
          <p:nvPr/>
        </p:nvSpPr>
        <p:spPr>
          <a:xfrm>
            <a:off x="1779049" y="440368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+PROD EG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A4AA7F4D-7062-8755-3361-83636B16DF7D}"/>
              </a:ext>
            </a:extLst>
          </p:cNvPr>
          <p:cNvCxnSpPr>
            <a:stCxn id="150" idx="3"/>
          </p:cNvCxnSpPr>
          <p:nvPr/>
        </p:nvCxnSpPr>
        <p:spPr>
          <a:xfrm flipV="1">
            <a:off x="2433085" y="4500432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8D92D1E2-97EE-87BE-398F-0B862DE92EE9}"/>
              </a:ext>
            </a:extLst>
          </p:cNvPr>
          <p:cNvCxnSpPr>
            <a:stCxn id="149" idx="3"/>
          </p:cNvCxnSpPr>
          <p:nvPr/>
        </p:nvCxnSpPr>
        <p:spPr>
          <a:xfrm flipV="1">
            <a:off x="2433085" y="4759038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FED6A655-5B49-CA8D-4D38-A98F9D87B67F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9681ABDB-1AA6-38EC-65DC-2102407CE574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25258DD6-A4AA-40B0-4CF8-79C9847303E8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ECB57E-3A7D-E375-D9F2-84AFB9CB7C4C}"/>
              </a:ext>
            </a:extLst>
          </p:cNvPr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C489B519-29F3-EC66-FB81-9F07127F384C}"/>
              </a:ext>
            </a:extLst>
          </p:cNvPr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D5037229-58A9-B441-B5D4-AA52A62E2878}"/>
              </a:ext>
            </a:extLst>
          </p:cNvPr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CC606E0C-0EAB-B40D-3D9F-A0B7D6012C69}"/>
              </a:ext>
            </a:extLst>
          </p:cNvPr>
          <p:cNvSpPr txBox="1"/>
          <p:nvPr/>
        </p:nvSpPr>
        <p:spPr>
          <a:xfrm>
            <a:off x="2646181" y="29020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536B36E-6D67-259C-EBA9-3571BA28E9D9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B52D5D03-9388-D4DE-518F-3D9E6900227E}"/>
              </a:ext>
            </a:extLst>
          </p:cNvPr>
          <p:cNvSpPr txBox="1"/>
          <p:nvPr/>
        </p:nvSpPr>
        <p:spPr>
          <a:xfrm>
            <a:off x="2426498" y="411084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55068166-6AC8-CF2F-E8D4-D5F5B922616C}"/>
              </a:ext>
            </a:extLst>
          </p:cNvPr>
          <p:cNvSpPr txBox="1"/>
          <p:nvPr/>
        </p:nvSpPr>
        <p:spPr>
          <a:xfrm>
            <a:off x="2444874" y="434319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B39AA531-55D3-F7AD-EE59-E110D31D28C2}"/>
              </a:ext>
            </a:extLst>
          </p:cNvPr>
          <p:cNvSpPr txBox="1"/>
          <p:nvPr/>
        </p:nvSpPr>
        <p:spPr>
          <a:xfrm>
            <a:off x="2441696" y="460728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66430E9E-E7E3-0151-84F6-DB6BBA8CC611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DIRECT/LQ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04A13E44-0C40-DD95-A9B6-04709656B8EA}"/>
              </a:ext>
            </a:extLst>
          </p:cNvPr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4B9ED90-185F-A756-A297-AE096FD8403B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A4112636-9E7F-A0D6-8705-D9A76B323117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343EDF6-0DE7-D761-D733-7E296CFE7F83}"/>
              </a:ext>
            </a:extLst>
          </p:cNvPr>
          <p:cNvSpPr/>
          <p:nvPr/>
        </p:nvSpPr>
        <p:spPr>
          <a:xfrm>
            <a:off x="1786179" y="24344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DR*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AE72750E-E442-4D4B-178D-6B0141476A05}"/>
              </a:ext>
            </a:extLst>
          </p:cNvPr>
          <p:cNvCxnSpPr>
            <a:stCxn id="17" idx="3"/>
          </p:cNvCxnSpPr>
          <p:nvPr/>
        </p:nvCxnSpPr>
        <p:spPr>
          <a:xfrm flipV="1">
            <a:off x="2440213" y="2541011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A8F7E3A-95F3-4974-B54B-EACF8DE3810C}"/>
              </a:ext>
            </a:extLst>
          </p:cNvPr>
          <p:cNvSpPr txBox="1"/>
          <p:nvPr/>
        </p:nvSpPr>
        <p:spPr>
          <a:xfrm>
            <a:off x="2441738" y="2377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MW DR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297FE76B-1758-8BEB-9600-53C72B03FB6A}"/>
              </a:ext>
            </a:extLst>
          </p:cNvPr>
          <p:cNvSpPr/>
          <p:nvPr/>
        </p:nvSpPr>
        <p:spPr>
          <a:xfrm>
            <a:off x="5564662" y="30151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2703331E-10A8-A5E8-2264-7F77F317E924}"/>
              </a:ext>
            </a:extLst>
          </p:cNvPr>
          <p:cNvCxnSpPr>
            <a:cxnSpLocks/>
          </p:cNvCxnSpPr>
          <p:nvPr/>
        </p:nvCxnSpPr>
        <p:spPr>
          <a:xfrm>
            <a:off x="62262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2A175494-E94B-4D20-A195-2516CC05521D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E8159548-5648-7657-1431-C2D9838FAB6B}"/>
              </a:ext>
            </a:extLst>
          </p:cNvPr>
          <p:cNvCxnSpPr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770AD7A1-7AE2-441B-7EE4-538E2F5BD5C3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962CA0DF-4E35-0660-77CC-3DDD19876C2D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146B2459-E62B-BD75-3C55-9664A8C5CD52}"/>
              </a:ext>
            </a:extLst>
          </p:cNvPr>
          <p:cNvSpPr txBox="1"/>
          <p:nvPr/>
        </p:nvSpPr>
        <p:spPr>
          <a:xfrm>
            <a:off x="3199847" y="54341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DIRECT/LQ</a:t>
            </a: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C386F946-AE8B-D08F-172E-D9C2FA465D8E}"/>
              </a:ext>
            </a:extLst>
          </p:cNvPr>
          <p:cNvSpPr txBox="1"/>
          <p:nvPr/>
        </p:nvSpPr>
        <p:spPr>
          <a:xfrm>
            <a:off x="3199847" y="567595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DIRECT/LQ</a:t>
            </a:r>
          </a:p>
        </p:txBody>
      </p:sp>
      <p:sp>
        <p:nvSpPr>
          <p:cNvPr id="172" name="Retângulo: Cantos Arredondados 14">
            <a:extLst>
              <a:ext uri="{FF2B5EF4-FFF2-40B4-BE49-F238E27FC236}">
                <a16:creationId xmlns:a16="http://schemas.microsoft.com/office/drawing/2014/main" id="{1C80A429-A6BE-F83A-01AE-1FEB44949357}"/>
              </a:ext>
            </a:extLst>
          </p:cNvPr>
          <p:cNvSpPr/>
          <p:nvPr/>
        </p:nvSpPr>
        <p:spPr>
          <a:xfrm>
            <a:off x="3870320" y="524065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 EG</a:t>
            </a:r>
          </a:p>
        </p:txBody>
      </p: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DAFBF33A-1EE8-DE80-B2CD-1AA5C96382C6}"/>
              </a:ext>
            </a:extLst>
          </p:cNvPr>
          <p:cNvCxnSpPr>
            <a:stCxn id="172" idx="1"/>
          </p:cNvCxnSpPr>
          <p:nvPr/>
        </p:nvCxnSpPr>
        <p:spPr>
          <a:xfrm flipH="1">
            <a:off x="1691425" y="534723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192C5AAC-73A4-3E39-41F5-69A43C3CDC6E}"/>
              </a:ext>
            </a:extLst>
          </p:cNvPr>
          <p:cNvSpPr txBox="1"/>
          <p:nvPr/>
        </p:nvSpPr>
        <p:spPr>
          <a:xfrm>
            <a:off x="3193497" y="51865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DIRECT/LQ</a:t>
            </a:r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19CAEB35-4847-9DBE-8B23-DC863E6DD0E6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TALKBACK</a:t>
            </a: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E765F28C-0158-F60E-FF31-033231EE61E2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D3ED35E9-9173-9479-4E53-1F678A7289F6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55A5FC-304C-3A2A-F048-13AC5ACB8015}"/>
              </a:ext>
            </a:extLst>
          </p:cNvPr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8" name="Retângulo: Cantos Arredondados 14">
            <a:extLst>
              <a:ext uri="{FF2B5EF4-FFF2-40B4-BE49-F238E27FC236}">
                <a16:creationId xmlns:a16="http://schemas.microsoft.com/office/drawing/2014/main" id="{BB0297E2-A029-5625-A780-110623F3B318}"/>
              </a:ext>
            </a:extLst>
          </p:cNvPr>
          <p:cNvSpPr/>
          <p:nvPr/>
        </p:nvSpPr>
        <p:spPr>
          <a:xfrm>
            <a:off x="1785147" y="490550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+AUD EG</a:t>
            </a:r>
          </a:p>
        </p:txBody>
      </p:sp>
      <p:cxnSp>
        <p:nvCxnSpPr>
          <p:cNvPr id="11" name="Conector de seta reta 153">
            <a:extLst>
              <a:ext uri="{FF2B5EF4-FFF2-40B4-BE49-F238E27FC236}">
                <a16:creationId xmlns:a16="http://schemas.microsoft.com/office/drawing/2014/main" id="{89110496-2818-E886-9F65-E67B722C5B90}"/>
              </a:ext>
            </a:extLst>
          </p:cNvPr>
          <p:cNvCxnSpPr>
            <a:stCxn id="8" idx="3"/>
          </p:cNvCxnSpPr>
          <p:nvPr/>
        </p:nvCxnSpPr>
        <p:spPr>
          <a:xfrm flipV="1">
            <a:off x="2439181" y="5012022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2B79DAD-8D12-9D1A-A332-75F7E07A76DB}"/>
              </a:ext>
            </a:extLst>
          </p:cNvPr>
          <p:cNvSpPr txBox="1"/>
          <p:nvPr/>
        </p:nvSpPr>
        <p:spPr>
          <a:xfrm>
            <a:off x="2447792" y="486026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3" name="Retângulo: Cantos Arredondados 14">
            <a:extLst>
              <a:ext uri="{FF2B5EF4-FFF2-40B4-BE49-F238E27FC236}">
                <a16:creationId xmlns:a16="http://schemas.microsoft.com/office/drawing/2014/main" id="{C411FF3F-366F-1899-0162-EB8F30A8D3A0}"/>
              </a:ext>
            </a:extLst>
          </p:cNvPr>
          <p:cNvSpPr/>
          <p:nvPr/>
        </p:nvSpPr>
        <p:spPr>
          <a:xfrm>
            <a:off x="5601751" y="47292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 EG</a:t>
            </a:r>
          </a:p>
        </p:txBody>
      </p:sp>
      <p:sp>
        <p:nvSpPr>
          <p:cNvPr id="16" name="Retângulo: Cantos Arredondados 17">
            <a:extLst>
              <a:ext uri="{FF2B5EF4-FFF2-40B4-BE49-F238E27FC236}">
                <a16:creationId xmlns:a16="http://schemas.microsoft.com/office/drawing/2014/main" id="{70F88E7E-5598-AB1F-24BA-C459C329FEFA}"/>
              </a:ext>
            </a:extLst>
          </p:cNvPr>
          <p:cNvSpPr/>
          <p:nvPr/>
        </p:nvSpPr>
        <p:spPr>
          <a:xfrm>
            <a:off x="5601749" y="4480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+PROD EG</a:t>
            </a:r>
          </a:p>
        </p:txBody>
      </p:sp>
      <p:cxnSp>
        <p:nvCxnSpPr>
          <p:cNvPr id="23" name="Conector de seta reta 152">
            <a:extLst>
              <a:ext uri="{FF2B5EF4-FFF2-40B4-BE49-F238E27FC236}">
                <a16:creationId xmlns:a16="http://schemas.microsoft.com/office/drawing/2014/main" id="{E8FAD61C-08E6-11A6-9BB8-26B5E30A291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255785" y="4577140"/>
            <a:ext cx="1425703" cy="9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153">
            <a:extLst>
              <a:ext uri="{FF2B5EF4-FFF2-40B4-BE49-F238E27FC236}">
                <a16:creationId xmlns:a16="http://schemas.microsoft.com/office/drawing/2014/main" id="{20C18E3D-DF6E-4412-3058-B455318A124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255786" y="4823046"/>
            <a:ext cx="1425702" cy="1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6DB6F27-7CE7-FBD4-9DAE-3FE3A1F9E550}"/>
              </a:ext>
            </a:extLst>
          </p:cNvPr>
          <p:cNvSpPr txBox="1"/>
          <p:nvPr/>
        </p:nvSpPr>
        <p:spPr>
          <a:xfrm>
            <a:off x="6267574" y="44199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F9EE61D-F731-B64A-2948-C9ED8906ABD7}"/>
              </a:ext>
            </a:extLst>
          </p:cNvPr>
          <p:cNvSpPr txBox="1"/>
          <p:nvPr/>
        </p:nvSpPr>
        <p:spPr>
          <a:xfrm>
            <a:off x="6264396" y="46839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8" name="Retângulo: Cantos Arredondados 14">
            <a:extLst>
              <a:ext uri="{FF2B5EF4-FFF2-40B4-BE49-F238E27FC236}">
                <a16:creationId xmlns:a16="http://schemas.microsoft.com/office/drawing/2014/main" id="{D1159242-8AC8-3896-5138-EAD437B532EC}"/>
              </a:ext>
            </a:extLst>
          </p:cNvPr>
          <p:cNvSpPr/>
          <p:nvPr/>
        </p:nvSpPr>
        <p:spPr>
          <a:xfrm>
            <a:off x="5607847" y="498221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+AUD EG</a:t>
            </a:r>
          </a:p>
        </p:txBody>
      </p:sp>
      <p:cxnSp>
        <p:nvCxnSpPr>
          <p:cNvPr id="29" name="Conector de seta reta 153">
            <a:extLst>
              <a:ext uri="{FF2B5EF4-FFF2-40B4-BE49-F238E27FC236}">
                <a16:creationId xmlns:a16="http://schemas.microsoft.com/office/drawing/2014/main" id="{A5668DE4-A8D4-299D-48AA-B59C142244DB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6261882" y="5088790"/>
            <a:ext cx="14196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8143882-B050-BBA3-EB16-15C3560473FD}"/>
              </a:ext>
            </a:extLst>
          </p:cNvPr>
          <p:cNvSpPr txBox="1"/>
          <p:nvPr/>
        </p:nvSpPr>
        <p:spPr>
          <a:xfrm>
            <a:off x="6270492" y="49369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31" name="Retângulo: Cantos Arredondados 14">
            <a:extLst>
              <a:ext uri="{FF2B5EF4-FFF2-40B4-BE49-F238E27FC236}">
                <a16:creationId xmlns:a16="http://schemas.microsoft.com/office/drawing/2014/main" id="{6106F041-FF52-03DB-38DA-258453E018A9}"/>
              </a:ext>
            </a:extLst>
          </p:cNvPr>
          <p:cNvSpPr/>
          <p:nvPr/>
        </p:nvSpPr>
        <p:spPr>
          <a:xfrm>
            <a:off x="3858694" y="270545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" name="Conector de seta reta 181">
            <a:extLst>
              <a:ext uri="{FF2B5EF4-FFF2-40B4-BE49-F238E27FC236}">
                <a16:creationId xmlns:a16="http://schemas.microsoft.com/office/drawing/2014/main" id="{7BA3873D-174C-BCBF-D3BA-DBDB656E3719}"/>
              </a:ext>
            </a:extLst>
          </p:cNvPr>
          <p:cNvCxnSpPr/>
          <p:nvPr/>
        </p:nvCxnSpPr>
        <p:spPr>
          <a:xfrm flipH="1" flipV="1">
            <a:off x="1725090" y="279185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7AA3DDA-A557-DC2F-BFE2-507295B8953E}"/>
              </a:ext>
            </a:extLst>
          </p:cNvPr>
          <p:cNvSpPr txBox="1"/>
          <p:nvPr/>
        </p:nvSpPr>
        <p:spPr>
          <a:xfrm>
            <a:off x="2651070" y="26351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F8DC77-5881-AFDD-9168-105B76FBE160}"/>
              </a:ext>
            </a:extLst>
          </p:cNvPr>
          <p:cNvSpPr txBox="1"/>
          <p:nvPr/>
        </p:nvSpPr>
        <p:spPr>
          <a:xfrm>
            <a:off x="637071" y="6319218"/>
            <a:ext cx="6102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/>
              <a:t>*</a:t>
            </a:r>
            <a:r>
              <a:rPr lang="pt-BR" sz="1050" err="1"/>
              <a:t>MICs</a:t>
            </a:r>
            <a:r>
              <a:rPr lang="pt-BR" sz="1050"/>
              <a:t> DR no vídeo da câmera DR.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2B436C8-8547-283F-3FCB-D68AB29428F3}"/>
              </a:ext>
            </a:extLst>
          </p:cNvPr>
          <p:cNvSpPr txBox="1"/>
          <p:nvPr/>
        </p:nvSpPr>
        <p:spPr>
          <a:xfrm>
            <a:off x="9011929" y="6509600"/>
            <a:ext cx="29013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err="1"/>
              <a:t>Station</a:t>
            </a:r>
            <a:r>
              <a:rPr lang="pt-BR" sz="1200"/>
              <a:t>: MSW/GNT/TVG entretenimento</a:t>
            </a:r>
          </a:p>
        </p:txBody>
      </p:sp>
    </p:spTree>
    <p:extLst>
      <p:ext uri="{BB962C8B-B14F-4D97-AF65-F5344CB8AC3E}">
        <p14:creationId xmlns:p14="http://schemas.microsoft.com/office/powerpoint/2010/main" val="989287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3336-E4B9-857C-2234-9792C740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17258F-6DFF-8D7B-DE79-C6F31E622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1F9BA667-6D8E-AEBA-2E00-D90F7C90F551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33D2721A-2591-900A-EF3B-7F4760D8D2BC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Anotações </a:t>
            </a:r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C9CEBAA3-6B94-357C-E2B5-6D17B8FCAC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1204546" y="1248508"/>
            <a:ext cx="4733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err="1"/>
              <a:t>Estudio</a:t>
            </a:r>
            <a:r>
              <a:rPr lang="pt-BR"/>
              <a:t> j – </a:t>
            </a:r>
            <a:r>
              <a:rPr lang="pt-BR" err="1"/>
              <a:t>backstage</a:t>
            </a:r>
            <a:r>
              <a:rPr lang="pt-BR"/>
              <a:t>/ eliminação</a:t>
            </a:r>
          </a:p>
          <a:p>
            <a:r>
              <a:rPr lang="pt-BR" err="1"/>
              <a:t>Ctl</a:t>
            </a:r>
            <a:r>
              <a:rPr lang="pt-BR"/>
              <a:t> web – angélica /</a:t>
            </a:r>
            <a:r>
              <a:rPr lang="pt-BR" err="1"/>
              <a:t>live</a:t>
            </a:r>
            <a:r>
              <a:rPr lang="pt-BR"/>
              <a:t> show</a:t>
            </a:r>
          </a:p>
          <a:p>
            <a:r>
              <a:rPr lang="pt-BR" err="1"/>
              <a:t>Ctl</a:t>
            </a:r>
            <a:r>
              <a:rPr lang="pt-BR"/>
              <a:t> MG2 – domingão ao vivo</a:t>
            </a:r>
          </a:p>
          <a:p>
            <a:r>
              <a:rPr lang="pt-BR" err="1"/>
              <a:t>Ctl</a:t>
            </a:r>
            <a:r>
              <a:rPr lang="pt-BR"/>
              <a:t> MG3 -  Porchat ao vivo</a:t>
            </a:r>
          </a:p>
        </p:txBody>
      </p:sp>
    </p:spTree>
    <p:extLst>
      <p:ext uri="{BB962C8B-B14F-4D97-AF65-F5344CB8AC3E}">
        <p14:creationId xmlns:p14="http://schemas.microsoft.com/office/powerpoint/2010/main" val="2182194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3712E-D59C-78EA-519C-5AC19F24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34242" cy="491677"/>
          </a:xfrm>
        </p:spPr>
        <p:txBody>
          <a:bodyPr>
            <a:normAutofit/>
          </a:bodyPr>
          <a:lstStyle/>
          <a:p>
            <a:r>
              <a:rPr lang="pt-BR" sz="2000"/>
              <a:t>Perguntar para SP 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6F917E-1F6A-8C50-C19D-BCF82AD20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2343"/>
            <a:ext cx="5239110" cy="291360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/>
              <a:t>Quando se usa o +CRDSPION quem fica nessa posição? </a:t>
            </a:r>
            <a:r>
              <a:rPr lang="pt-BR" sz="900">
                <a:solidFill>
                  <a:srgbClr val="FF0000"/>
                </a:solidFill>
              </a:rPr>
              <a:t>Ficava </a:t>
            </a:r>
            <a:r>
              <a:rPr lang="pt-BR" sz="900" err="1">
                <a:solidFill>
                  <a:srgbClr val="FF0000"/>
                </a:solidFill>
              </a:rPr>
              <a:t>coord</a:t>
            </a:r>
            <a:r>
              <a:rPr lang="pt-BR" sz="900">
                <a:solidFill>
                  <a:srgbClr val="FF0000"/>
                </a:solidFill>
              </a:rPr>
              <a:t> no </a:t>
            </a:r>
            <a:r>
              <a:rPr lang="pt-BR" sz="900" err="1">
                <a:solidFill>
                  <a:srgbClr val="FF0000"/>
                </a:solidFill>
              </a:rPr>
              <a:t>estudio</a:t>
            </a:r>
            <a:r>
              <a:rPr lang="pt-BR" sz="900">
                <a:solidFill>
                  <a:srgbClr val="FF0000"/>
                </a:solidFill>
              </a:rPr>
              <a:t>, não fica mais</a:t>
            </a:r>
            <a:endParaRPr lang="en-US" sz="90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/>
              <a:t>Quando usa coordenação por direct? </a:t>
            </a:r>
            <a:r>
              <a:rPr lang="pt-BR" sz="900">
                <a:solidFill>
                  <a:srgbClr val="FF0000"/>
                </a:solidFill>
              </a:rPr>
              <a:t>Controle SP</a:t>
            </a:r>
            <a:endParaRPr lang="pt-BR" sz="900">
              <a:solidFill>
                <a:srgbClr val="444444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900" b="1">
              <a:solidFill>
                <a:srgbClr val="444444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/>
              <a:t>Estudio 6 x ION (produção remota)</a:t>
            </a:r>
            <a:endParaRPr lang="en-US" sz="900" b="1">
              <a:solidFill>
                <a:srgbClr val="444444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Quem usa a posição +CRDSPION em SP? </a:t>
            </a:r>
            <a:r>
              <a:rPr lang="pt-BR" sz="900">
                <a:solidFill>
                  <a:srgbClr val="FF0000"/>
                </a:solidFill>
              </a:rPr>
              <a:t>Não utiliza mais, </a:t>
            </a:r>
            <a:r>
              <a:rPr lang="pt-BR" sz="900" err="1">
                <a:solidFill>
                  <a:srgbClr val="FF0000"/>
                </a:solidFill>
              </a:rPr>
              <a:t>pode-ser</a:t>
            </a:r>
            <a:r>
              <a:rPr lang="pt-BR" sz="900">
                <a:solidFill>
                  <a:srgbClr val="FF0000"/>
                </a:solidFill>
              </a:rPr>
              <a:t> que use em alguma ocasião de evento, sinergia, </a:t>
            </a:r>
            <a:r>
              <a:rPr lang="pt-BR" sz="900" err="1">
                <a:solidFill>
                  <a:srgbClr val="FF0000"/>
                </a:solidFill>
              </a:rPr>
              <a:t>etc</a:t>
            </a:r>
            <a:r>
              <a:rPr lang="pt-BR" sz="900">
                <a:solidFill>
                  <a:srgbClr val="FF0000"/>
                </a:solidFill>
              </a:rPr>
              <a:t>, mas normalmente não usa mais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/>
              <a:t>Cabine</a:t>
            </a:r>
            <a:endParaRPr lang="en-US" sz="900" b="1">
              <a:solidFill>
                <a:srgbClr val="444444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Confirmar que não te MIC BY, confirmar se na BY o MD vem os 2 no canal 1 ou narra canal 1 e comenta canal 2 ( nas 2 ultimas produçoes eles falaram que vinha separado, mas não conseguiram entregar.)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>
                <a:solidFill>
                  <a:srgbClr val="FF0000"/>
                </a:solidFill>
              </a:rPr>
              <a:t>Não tem </a:t>
            </a:r>
            <a:r>
              <a:rPr lang="pt-BR" sz="900" err="1">
                <a:solidFill>
                  <a:srgbClr val="FF0000"/>
                </a:solidFill>
              </a:rPr>
              <a:t>mic</a:t>
            </a:r>
            <a:r>
              <a:rPr lang="pt-BR" sz="900">
                <a:solidFill>
                  <a:srgbClr val="FF0000"/>
                </a:solidFill>
              </a:rPr>
              <a:t> </a:t>
            </a:r>
            <a:r>
              <a:rPr lang="pt-BR" sz="900" err="1">
                <a:solidFill>
                  <a:srgbClr val="FF0000"/>
                </a:solidFill>
              </a:rPr>
              <a:t>by</a:t>
            </a:r>
            <a:r>
              <a:rPr lang="pt-BR" sz="900">
                <a:solidFill>
                  <a:srgbClr val="FF0000"/>
                </a:solidFill>
              </a:rPr>
              <a:t>, </a:t>
            </a:r>
            <a:r>
              <a:rPr lang="pt-BR" sz="900" err="1">
                <a:solidFill>
                  <a:srgbClr val="FF0000"/>
                </a:solidFill>
              </a:rPr>
              <a:t>pq</a:t>
            </a:r>
            <a:r>
              <a:rPr lang="pt-BR" sz="900">
                <a:solidFill>
                  <a:srgbClr val="FF0000"/>
                </a:solidFill>
              </a:rPr>
              <a:t> o microfones que saem analogicamente são entregues na cabine BY, que são </a:t>
            </a:r>
            <a:r>
              <a:rPr lang="pt-BR" sz="900" err="1">
                <a:solidFill>
                  <a:srgbClr val="FF0000"/>
                </a:solidFill>
              </a:rPr>
              <a:t>MDs</a:t>
            </a:r>
            <a:r>
              <a:rPr lang="pt-BR" sz="900">
                <a:solidFill>
                  <a:srgbClr val="FF0000"/>
                </a:solidFill>
              </a:rPr>
              <a:t> que são entregues mixados no ch1/ch2.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b="1">
              <a:solidFill>
                <a:srgbClr val="444444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/>
              <a:t>Controle x estúdio </a:t>
            </a:r>
            <a:r>
              <a:rPr lang="pt-BR" sz="900" b="1" err="1"/>
              <a:t>sp</a:t>
            </a:r>
            <a:endParaRPr lang="en-US" sz="900" b="1">
              <a:solidFill>
                <a:srgbClr val="444444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Geralmente fecham direct para comunicação com controle, perguntar </a:t>
            </a:r>
            <a:r>
              <a:rPr lang="pt-BR" sz="900" err="1"/>
              <a:t>pq</a:t>
            </a:r>
            <a:r>
              <a:rPr lang="pt-BR" sz="900"/>
              <a:t> não usa o </a:t>
            </a:r>
            <a:r>
              <a:rPr lang="pt-BR" sz="900" err="1"/>
              <a:t>partyline</a:t>
            </a:r>
            <a:endParaRPr lang="pt-BR" sz="900">
              <a:solidFill>
                <a:srgbClr val="444444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Perguntar a diferença do PGM TIT e PGM BY, em relação a foguete, canalização de áudio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>
                <a:solidFill>
                  <a:srgbClr val="FF0000"/>
                </a:solidFill>
              </a:rPr>
              <a:t>PGM TIT E BY são mixados com comercialização(quando tem) </a:t>
            </a:r>
            <a:r>
              <a:rPr lang="pt-BR" sz="900" err="1">
                <a:solidFill>
                  <a:srgbClr val="FF0000"/>
                </a:solidFill>
              </a:rPr>
              <a:t>coord</a:t>
            </a:r>
            <a:r>
              <a:rPr lang="pt-BR" sz="900">
                <a:solidFill>
                  <a:srgbClr val="FF0000"/>
                </a:solidFill>
              </a:rPr>
              <a:t> sempre por direct,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>
                <a:solidFill>
                  <a:srgbClr val="FF0000"/>
                </a:solidFill>
              </a:rPr>
              <a:t> </a:t>
            </a:r>
            <a:r>
              <a:rPr lang="pt-BR" sz="900" err="1">
                <a:solidFill>
                  <a:srgbClr val="FF0000"/>
                </a:solidFill>
              </a:rPr>
              <a:t>gerson</a:t>
            </a:r>
            <a:r>
              <a:rPr lang="pt-BR" sz="900">
                <a:solidFill>
                  <a:srgbClr val="FF0000"/>
                </a:solidFill>
              </a:rPr>
              <a:t> não soube dizer exatamente o que seria o </a:t>
            </a:r>
            <a:r>
              <a:rPr lang="pt-BR" sz="900" err="1">
                <a:solidFill>
                  <a:srgbClr val="FF0000"/>
                </a:solidFill>
              </a:rPr>
              <a:t>pgm</a:t>
            </a:r>
            <a:r>
              <a:rPr lang="pt-BR" sz="900">
                <a:solidFill>
                  <a:srgbClr val="FF0000"/>
                </a:solidFill>
              </a:rPr>
              <a:t> </a:t>
            </a:r>
            <a:r>
              <a:rPr lang="pt-BR" sz="900" err="1">
                <a:solidFill>
                  <a:srgbClr val="FF0000"/>
                </a:solidFill>
              </a:rPr>
              <a:t>by</a:t>
            </a:r>
            <a:r>
              <a:rPr lang="pt-BR" sz="900">
                <a:solidFill>
                  <a:srgbClr val="FF0000"/>
                </a:solidFill>
              </a:rPr>
              <a:t>(do que vive, se alimenta </a:t>
            </a:r>
            <a:r>
              <a:rPr lang="pt-BR" sz="900" err="1">
                <a:solidFill>
                  <a:srgbClr val="FF0000"/>
                </a:solidFill>
              </a:rPr>
              <a:t>etc</a:t>
            </a:r>
            <a:r>
              <a:rPr lang="pt-BR" sz="900">
                <a:solidFill>
                  <a:srgbClr val="FF0000"/>
                </a:solidFill>
              </a:rPr>
              <a:t>) ficou de ver depois pergunto de novo,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Extra: sondar além das </a:t>
            </a:r>
            <a:r>
              <a:rPr lang="pt-BR" sz="900" err="1"/>
              <a:t>Metrolam</a:t>
            </a:r>
            <a:r>
              <a:rPr lang="pt-BR" sz="900"/>
              <a:t> quais vias SP tem com outros SITE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 err="1"/>
              <a:t>tx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 10 </a:t>
            </a:r>
            <a:r>
              <a:rPr lang="pt-BR" sz="900" err="1"/>
              <a:t>Lawo</a:t>
            </a:r>
            <a:r>
              <a:rPr lang="pt-BR" sz="900"/>
              <a:t> </a:t>
            </a:r>
            <a:r>
              <a:rPr lang="pt-BR" sz="900" err="1"/>
              <a:t>ion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4  PR </a:t>
            </a:r>
            <a:r>
              <a:rPr lang="pt-BR" sz="900" err="1"/>
              <a:t>ion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RX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8Lawos </a:t>
            </a:r>
            <a:r>
              <a:rPr lang="pt-BR" sz="900" err="1"/>
              <a:t>ion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3 PR </a:t>
            </a:r>
            <a:r>
              <a:rPr lang="pt-BR" sz="900" err="1"/>
              <a:t>ion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6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>
                <a:solidFill>
                  <a:srgbClr val="FF0000"/>
                </a:solidFill>
              </a:rPr>
              <a:t>JB-6TX e 4 RX  /BH  1 RX e 1TX COMPARTILHADA/REC/           BSA – 1 TX e 1 RX COMPARTILHADA/JB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90860B9-6F3A-18E6-70AA-866A30627857}"/>
              </a:ext>
            </a:extLst>
          </p:cNvPr>
          <p:cNvSpPr txBox="1">
            <a:spLocks/>
          </p:cNvSpPr>
          <p:nvPr/>
        </p:nvSpPr>
        <p:spPr>
          <a:xfrm>
            <a:off x="7129732" y="373751"/>
            <a:ext cx="2234242" cy="491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/>
              <a:t>Perguntar para BHE 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2C143E0-CAA3-CFD3-A103-42F9CEF8C00F}"/>
              </a:ext>
            </a:extLst>
          </p:cNvPr>
          <p:cNvSpPr txBox="1"/>
          <p:nvPr/>
        </p:nvSpPr>
        <p:spPr>
          <a:xfrm>
            <a:off x="6525883" y="911654"/>
            <a:ext cx="469852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900"/>
              <a:t>- Cabine BY é mesma saída da TIT? </a:t>
            </a:r>
            <a:br>
              <a:rPr lang="pt-BR" sz="900"/>
            </a:br>
            <a:r>
              <a:rPr lang="pt-BR" sz="900"/>
              <a:t>- Sinais enviados para BHE sem rota BY – Caso narração seja lá e o sinal cair vai perder tudo, nem sempre BHE consegue receber todos os SATELITES.</a:t>
            </a:r>
            <a:br>
              <a:rPr lang="pt-BR" sz="900"/>
            </a:br>
            <a:r>
              <a:rPr lang="pt-BR" sz="900"/>
              <a:t>- Há a real necessidade de receber o OVER pelo sinal da cabine?</a:t>
            </a:r>
            <a:br>
              <a:rPr lang="pt-BR" sz="900"/>
            </a:br>
            <a:r>
              <a:rPr lang="pt-BR" sz="900"/>
              <a:t>- Confirmar canalização cabine</a:t>
            </a:r>
            <a:endParaRPr lang="en-US" sz="90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pt-BR" sz="900"/>
              <a:t>Entender a real necessidade do </a:t>
            </a:r>
            <a:r>
              <a:rPr lang="pt-BR" sz="900" err="1"/>
              <a:t>access</a:t>
            </a:r>
            <a:r>
              <a:rPr lang="pt-BR" sz="900"/>
              <a:t>, visto que não temos a mesma facilidade com outros SITES.</a:t>
            </a:r>
            <a:br>
              <a:rPr lang="pt-BR" sz="900"/>
            </a:br>
            <a:r>
              <a:rPr lang="pt-BR" sz="900"/>
              <a:t>- não receber câmeras diferentes por vias diferentes.</a:t>
            </a:r>
          </a:p>
          <a:p>
            <a:pPr marL="171450" indent="-171450" algn="l">
              <a:buFont typeface="Arial"/>
              <a:buChar char="•"/>
            </a:pPr>
            <a:endParaRPr lang="pt-BR" sz="900"/>
          </a:p>
          <a:p>
            <a:pPr marL="171450" indent="-171450">
              <a:buFont typeface="Arial"/>
              <a:buChar char="•"/>
            </a:pPr>
            <a:r>
              <a:rPr lang="pt-BR" sz="900"/>
              <a:t>Controle x estudio confirmar se PGM TIT e BY(foguete e canalização)</a:t>
            </a:r>
          </a:p>
          <a:p>
            <a:pPr marL="171450" indent="-171450">
              <a:buFont typeface="Arial"/>
              <a:buChar char="•"/>
            </a:pPr>
            <a:endParaRPr lang="pt-BR" sz="900"/>
          </a:p>
          <a:p>
            <a:pPr marL="171450" indent="-171450">
              <a:buFont typeface="Arial"/>
              <a:buChar char="•"/>
            </a:pPr>
            <a:r>
              <a:rPr lang="pt-BR" sz="900"/>
              <a:t>Extras: sondar Vias com outros SITES quanto TVU e LIVEU tem para envio de PGM BY.</a:t>
            </a:r>
          </a:p>
          <a:p>
            <a:pPr marL="171450" indent="-171450">
              <a:buFont typeface="Arial"/>
              <a:buChar char="•"/>
            </a:pPr>
            <a:r>
              <a:rPr lang="pt-BR" sz="900"/>
              <a:t>RX e TX</a:t>
            </a:r>
          </a:p>
          <a:p>
            <a:pPr marL="171450" indent="-171450">
              <a:buFont typeface="Arial"/>
              <a:buChar char="•"/>
            </a:pPr>
            <a:r>
              <a:rPr lang="pt-BR" sz="900"/>
              <a:t>4 </a:t>
            </a:r>
            <a:r>
              <a:rPr lang="pt-BR" sz="900" err="1"/>
              <a:t>Metrolam</a:t>
            </a:r>
            <a:r>
              <a:rPr lang="pt-BR" sz="900"/>
              <a:t> </a:t>
            </a:r>
            <a:r>
              <a:rPr lang="pt-BR" sz="900" err="1"/>
              <a:t>ion</a:t>
            </a:r>
            <a:endParaRPr lang="pt-BR" sz="900"/>
          </a:p>
          <a:p>
            <a:pPr marL="171450" indent="-171450">
              <a:buFont typeface="Arial"/>
              <a:buChar char="•"/>
            </a:pPr>
            <a:r>
              <a:rPr lang="pt-BR" sz="900"/>
              <a:t>4 </a:t>
            </a:r>
            <a:r>
              <a:rPr lang="pt-BR" sz="900" err="1"/>
              <a:t>Metrolam</a:t>
            </a:r>
            <a:r>
              <a:rPr lang="pt-BR" sz="900"/>
              <a:t> </a:t>
            </a:r>
            <a:r>
              <a:rPr lang="pt-BR" sz="900" err="1"/>
              <a:t>ion</a:t>
            </a:r>
            <a:endParaRPr lang="pt-BR" sz="900"/>
          </a:p>
          <a:p>
            <a:pPr marL="171450" indent="-171450">
              <a:buFont typeface="Arial"/>
              <a:buChar char="•"/>
            </a:pPr>
            <a:r>
              <a:rPr lang="pt-BR" sz="900"/>
              <a:t>2metrolam JB</a:t>
            </a:r>
          </a:p>
          <a:p>
            <a:pPr marL="171450" indent="-171450">
              <a:buFont typeface="Arial"/>
              <a:buChar char="•"/>
            </a:pPr>
            <a:endParaRPr lang="pt-BR" sz="1200"/>
          </a:p>
          <a:p>
            <a:pPr marL="171450" indent="-171450">
              <a:buFont typeface="Arial"/>
              <a:buChar char="•"/>
            </a:pPr>
            <a:endParaRPr lang="pt-BR" sz="1200"/>
          </a:p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30D2444-700F-3A47-085B-5A25E1875059}"/>
              </a:ext>
            </a:extLst>
          </p:cNvPr>
          <p:cNvSpPr txBox="1">
            <a:spLocks/>
          </p:cNvSpPr>
          <p:nvPr/>
        </p:nvSpPr>
        <p:spPr>
          <a:xfrm>
            <a:off x="673608" y="5092429"/>
            <a:ext cx="2234242" cy="491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/>
              <a:t>Perguntar para RCE 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5914195-F165-151D-2646-CA432650EFF0}"/>
              </a:ext>
            </a:extLst>
          </p:cNvPr>
          <p:cNvSpPr txBox="1">
            <a:spLocks/>
          </p:cNvSpPr>
          <p:nvPr/>
        </p:nvSpPr>
        <p:spPr>
          <a:xfrm>
            <a:off x="6525883" y="4004808"/>
            <a:ext cx="2234242" cy="491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/>
              <a:t>Perguntar para JB 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31FECA5B-14B8-EBC8-3BB4-37AC4573190C}"/>
              </a:ext>
            </a:extLst>
          </p:cNvPr>
          <p:cNvSpPr txBox="1">
            <a:spLocks/>
          </p:cNvSpPr>
          <p:nvPr/>
        </p:nvSpPr>
        <p:spPr>
          <a:xfrm>
            <a:off x="838200" y="5584106"/>
            <a:ext cx="2234242" cy="491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/>
              <a:t>Perguntar para EG </a:t>
            </a:r>
          </a:p>
        </p:txBody>
      </p:sp>
    </p:spTree>
    <p:extLst>
      <p:ext uri="{BB962C8B-B14F-4D97-AF65-F5344CB8AC3E}">
        <p14:creationId xmlns:p14="http://schemas.microsoft.com/office/powerpoint/2010/main" val="3326190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6" name="Image 0" descr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907" name="Text 20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Projeto</a:t>
            </a:r>
          </a:p>
        </p:txBody>
      </p:sp>
      <p:sp>
        <p:nvSpPr>
          <p:cNvPr id="1908" name="Text 20"/>
          <p:cNvSpPr txBox="1"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Nome da Área</a:t>
            </a:r>
          </a:p>
        </p:txBody>
      </p:sp>
      <p:sp>
        <p:nvSpPr>
          <p:cNvPr id="1909" name="Text 22"/>
          <p:cNvSpPr txBox="1">
            <a:spLocks noGrp="1"/>
          </p:cNvSpPr>
          <p:nvPr>
            <p:ph type="body" sz="quarter" idx="23"/>
          </p:nvPr>
        </p:nvSpPr>
        <p:spPr>
          <a:xfrm>
            <a:off x="10344784" y="6598742"/>
            <a:ext cx="837566" cy="136640"/>
          </a:xfrm>
          <a:prstGeom prst="rect">
            <a:avLst/>
          </a:prstGeom>
        </p:spPr>
        <p:txBody>
          <a:bodyPr/>
          <a:lstStyle/>
          <a:p>
            <a:r>
              <a:t>Versão 1.0</a:t>
            </a:r>
          </a:p>
        </p:txBody>
      </p:sp>
      <p:sp>
        <p:nvSpPr>
          <p:cNvPr id="1910" name="Text 21"/>
          <p:cNvSpPr txBox="1">
            <a:spLocks noGrp="1"/>
          </p:cNvSpPr>
          <p:nvPr>
            <p:ph type="body" sz="quarter" idx="24"/>
          </p:nvPr>
        </p:nvSpPr>
        <p:spPr>
          <a:xfrm>
            <a:off x="11315700" y="6598742"/>
            <a:ext cx="685800" cy="136640"/>
          </a:xfrm>
          <a:prstGeom prst="rect">
            <a:avLst/>
          </a:prstGeom>
        </p:spPr>
        <p:txBody>
          <a:bodyPr/>
          <a:lstStyle/>
          <a:p>
            <a:r>
              <a:t>2023</a:t>
            </a:r>
          </a:p>
        </p:txBody>
      </p:sp>
      <p:pic>
        <p:nvPicPr>
          <p:cNvPr id="1911" name="TeoriaDeAnimacao_Globo_2311.mp4" descr="TeoriaDeAnimacao_Globo_2311.mp4"/>
          <p:cNvPicPr>
            <a:picLocks noGrp="1"/>
          </p:cNvPicPr>
          <p:nvPr>
            <p:ph type="media" idx="25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78" fill="hold"/>
                                        <p:tgtEl>
                                          <p:spTgt spid="19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1911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C7CECC09CE94459A758C47B1689041" ma:contentTypeVersion="12" ma:contentTypeDescription="Crie um novo documento." ma:contentTypeScope="" ma:versionID="e9407b6a1e0c8ec56dcb9d31bc5aa7a0">
  <xsd:schema xmlns:xsd="http://www.w3.org/2001/XMLSchema" xmlns:xs="http://www.w3.org/2001/XMLSchema" xmlns:p="http://schemas.microsoft.com/office/2006/metadata/properties" xmlns:ns2="e3f567cd-5ca9-4bc3-a07b-68b9bd703e00" xmlns:ns3="f083fd70-7e03-45f5-9118-16840b6ebeb4" targetNamespace="http://schemas.microsoft.com/office/2006/metadata/properties" ma:root="true" ma:fieldsID="21b6dc096b16dc617bbb7ba87798d6e2" ns2:_="" ns3:_="">
    <xsd:import namespace="e3f567cd-5ca9-4bc3-a07b-68b9bd703e00"/>
    <xsd:import namespace="f083fd70-7e03-45f5-9118-16840b6ebe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f567cd-5ca9-4bc3-a07b-68b9bd703e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fce95d02-0283-4058-b157-1f44ea38b5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3fd70-7e03-45f5-9118-16840b6ebeb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846ded4-3ad7-4b4e-b1f1-5ab50ae5b9cb}" ma:internalName="TaxCatchAll" ma:showField="CatchAllData" ma:web="f083fd70-7e03-45f5-9118-16840b6ebe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f567cd-5ca9-4bc3-a07b-68b9bd703e00">
      <Terms xmlns="http://schemas.microsoft.com/office/infopath/2007/PartnerControls"/>
    </lcf76f155ced4ddcb4097134ff3c332f>
    <TaxCatchAll xmlns="f083fd70-7e03-45f5-9118-16840b6ebeb4" xsi:nil="true"/>
  </documentManagement>
</p:properties>
</file>

<file path=customXml/itemProps1.xml><?xml version="1.0" encoding="utf-8"?>
<ds:datastoreItem xmlns:ds="http://schemas.openxmlformats.org/officeDocument/2006/customXml" ds:itemID="{2C8C6ADC-C34B-4D6A-BB70-3BE867A18471}"/>
</file>

<file path=customXml/itemProps2.xml><?xml version="1.0" encoding="utf-8"?>
<ds:datastoreItem xmlns:ds="http://schemas.openxmlformats.org/officeDocument/2006/customXml" ds:itemID="{D9628A25-08AD-435B-BCC7-7A918482DF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849B58-2328-4FFE-8BCE-05699E339CED}">
  <ds:schemaRefs>
    <ds:schemaRef ds:uri="e3f567cd-5ca9-4bc3-a07b-68b9bd703e00"/>
    <ds:schemaRef ds:uri="f083fd70-7e03-45f5-9118-16840b6ebeb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21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Perguntar para SP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Alexandre Fernandes Filho</dc:creator>
  <cp:revision>1</cp:revision>
  <cp:lastPrinted>2025-10-12T00:33:14Z</cp:lastPrinted>
  <dcterms:created xsi:type="dcterms:W3CDTF">2025-04-09T18:45:51Z</dcterms:created>
  <dcterms:modified xsi:type="dcterms:W3CDTF">2025-12-02T01:14:19Z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c542d3-6316-42ad-9eaa-e82fa419e5f2_Enabled">
    <vt:lpwstr>true</vt:lpwstr>
  </property>
  <property fmtid="{D5CDD505-2E9C-101B-9397-08002B2CF9AE}" pid="3" name="MSIP_Label_3dc542d3-6316-42ad-9eaa-e82fa419e5f2_SetDate">
    <vt:lpwstr>2025-04-09T21:18:49Z</vt:lpwstr>
  </property>
  <property fmtid="{D5CDD505-2E9C-101B-9397-08002B2CF9AE}" pid="4" name="MSIP_Label_3dc542d3-6316-42ad-9eaa-e82fa419e5f2_Method">
    <vt:lpwstr>Standard</vt:lpwstr>
  </property>
  <property fmtid="{D5CDD505-2E9C-101B-9397-08002B2CF9AE}" pid="5" name="MSIP_Label_3dc542d3-6316-42ad-9eaa-e82fa419e5f2_Name">
    <vt:lpwstr>3dc542d3-6316-42ad-9eaa-e82fa419e5f2</vt:lpwstr>
  </property>
  <property fmtid="{D5CDD505-2E9C-101B-9397-08002B2CF9AE}" pid="6" name="MSIP_Label_3dc542d3-6316-42ad-9eaa-e82fa419e5f2_SiteId">
    <vt:lpwstr>a7cdc447-3b29-4b41-b73e-8a2cb54b06c6</vt:lpwstr>
  </property>
  <property fmtid="{D5CDD505-2E9C-101B-9397-08002B2CF9AE}" pid="7" name="MSIP_Label_3dc542d3-6316-42ad-9eaa-e82fa419e5f2_ActionId">
    <vt:lpwstr>61d6e7db-c166-40b7-ac1a-7dd531cb7f51</vt:lpwstr>
  </property>
  <property fmtid="{D5CDD505-2E9C-101B-9397-08002B2CF9AE}" pid="8" name="MSIP_Label_3dc542d3-6316-42ad-9eaa-e82fa419e5f2_ContentBits">
    <vt:lpwstr>0</vt:lpwstr>
  </property>
  <property fmtid="{D5CDD505-2E9C-101B-9397-08002B2CF9AE}" pid="9" name="MSIP_Label_3dc542d3-6316-42ad-9eaa-e82fa419e5f2_Tag">
    <vt:lpwstr>10, 3, 0, 1</vt:lpwstr>
  </property>
  <property fmtid="{D5CDD505-2E9C-101B-9397-08002B2CF9AE}" pid="10" name="ContentTypeId">
    <vt:lpwstr>0x010100A6C7CECC09CE94459A758C47B1689041</vt:lpwstr>
  </property>
  <property fmtid="{D5CDD505-2E9C-101B-9397-08002B2CF9AE}" pid="11" name="MediaServiceImageTags">
    <vt:lpwstr/>
  </property>
</Properties>
</file>